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tags/tag2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7.xml" ContentType="application/vnd.openxmlformats-officedocument.theme+xml"/>
  <Override PartName="/ppt/tags/tag3.xml" ContentType="application/vnd.openxmlformats-officedocument.presentationml.tags+xml"/>
  <Override PartName="/ppt/theme/theme8.xml" ContentType="application/vnd.openxmlformats-officedocument.theme+xml"/>
  <Override PartName="/ppt/theme/theme9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  <p:sldMasterId id="2147483651" r:id="rId2"/>
    <p:sldMasterId id="2147483654" r:id="rId3"/>
    <p:sldMasterId id="2147483657" r:id="rId4"/>
    <p:sldMasterId id="2147483669" r:id="rId5"/>
    <p:sldMasterId id="2147483680" r:id="rId6"/>
    <p:sldMasterId id="2147483691" r:id="rId7"/>
  </p:sldMasterIdLst>
  <p:notesMasterIdLst>
    <p:notesMasterId r:id="rId13"/>
  </p:notesMasterIdLst>
  <p:handoutMasterIdLst>
    <p:handoutMasterId r:id="rId14"/>
  </p:handoutMasterIdLst>
  <p:sldIdLst>
    <p:sldId id="646" r:id="rId8"/>
    <p:sldId id="978" r:id="rId9"/>
    <p:sldId id="980" r:id="rId10"/>
    <p:sldId id="984" r:id="rId11"/>
    <p:sldId id="985" r:id="rId12"/>
  </p:sldIdLst>
  <p:sldSz cx="12801600" cy="7200900"/>
  <p:notesSz cx="9866313" cy="14295438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556260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1113155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669415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2226310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782570" algn="l" defTabSz="1113155" rtl="0" eaLnBrk="1" latinLnBrk="0" hangingPunct="1">
      <a:defRPr sz="29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6pPr>
    <a:lvl7pPr marL="3338830" algn="l" defTabSz="1113155" rtl="0" eaLnBrk="1" latinLnBrk="0" hangingPunct="1">
      <a:defRPr sz="29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7pPr>
    <a:lvl8pPr marL="3895725" algn="l" defTabSz="1113155" rtl="0" eaLnBrk="1" latinLnBrk="0" hangingPunct="1">
      <a:defRPr sz="29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8pPr>
    <a:lvl9pPr marL="4451985" algn="l" defTabSz="1113155" rtl="0" eaLnBrk="1" latinLnBrk="0" hangingPunct="1">
      <a:defRPr sz="29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述职模板" id="{54177CF6-7791-3541-AB5A-C730D6E15F5E}">
          <p14:sldIdLst>
            <p14:sldId id="646"/>
            <p14:sldId id="978"/>
            <p14:sldId id="980"/>
            <p14:sldId id="984"/>
            <p14:sldId id="9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68">
          <p15:clr>
            <a:srgbClr val="A4A3A4"/>
          </p15:clr>
        </p15:guide>
        <p15:guide id="2" pos="4033">
          <p15:clr>
            <a:srgbClr val="A4A3A4"/>
          </p15:clr>
        </p15:guide>
        <p15:guide id="3" pos="403">
          <p15:clr>
            <a:srgbClr val="A4A3A4"/>
          </p15:clr>
        </p15:guide>
        <p15:guide id="4" orient="horz" pos="680">
          <p15:clr>
            <a:srgbClr val="A4A3A4"/>
          </p15:clr>
        </p15:guide>
        <p15:guide id="5" orient="horz" pos="86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0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bo01" initials="l" lastIdx="2" clrIdx="0"/>
  <p:cmAuthor id="1" name="Bai,Yu(HR)" initials="B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FF"/>
    <a:srgbClr val="3F5A87"/>
    <a:srgbClr val="215968"/>
    <a:srgbClr val="31859C"/>
    <a:srgbClr val="002060"/>
    <a:srgbClr val="203864"/>
    <a:srgbClr val="66A1D8"/>
    <a:srgbClr val="5B9BD5"/>
    <a:srgbClr val="EA502C"/>
    <a:srgbClr val="F7AA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90" autoAdjust="0"/>
    <p:restoredTop sz="94424" autoAdjust="0"/>
  </p:normalViewPr>
  <p:slideViewPr>
    <p:cSldViewPr>
      <p:cViewPr varScale="1">
        <p:scale>
          <a:sx n="120" d="100"/>
          <a:sy n="120" d="100"/>
        </p:scale>
        <p:origin x="224" y="176"/>
      </p:cViewPr>
      <p:guideLst>
        <p:guide orient="horz" pos="2268"/>
        <p:guide pos="4033"/>
        <p:guide pos="403"/>
        <p:guide orient="horz" pos="680"/>
        <p:guide orient="horz" pos="86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2904" y="48"/>
      </p:cViewPr>
      <p:guideLst>
        <p:guide orient="horz" pos="450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commentAuthors" Target="commentAuthors.xml"/><Relationship Id="rId10" Type="http://schemas.openxmlformats.org/officeDocument/2006/relationships/slide" Target="slides/slide3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undong03/Desktop/tes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undong03/Desktop/te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每公里</a:t>
            </a:r>
            <a:r>
              <a:rPr lang="en-US" altLang="zh-CN"/>
              <a:t>noa</a:t>
            </a:r>
            <a:r>
              <a:rPr lang="zh-CN" altLang="en-US"/>
              <a:t>漏绑定次数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Sheet5!$A$2:$A$51</c:f>
              <c:numCache>
                <c:formatCode>m/d/yy</c:formatCode>
                <c:ptCount val="50"/>
                <c:pt idx="0">
                  <c:v>45608</c:v>
                </c:pt>
                <c:pt idx="1">
                  <c:v>45609</c:v>
                </c:pt>
                <c:pt idx="2">
                  <c:v>45610</c:v>
                </c:pt>
                <c:pt idx="3">
                  <c:v>45611</c:v>
                </c:pt>
                <c:pt idx="4">
                  <c:v>45612</c:v>
                </c:pt>
                <c:pt idx="5">
                  <c:v>45613</c:v>
                </c:pt>
                <c:pt idx="6">
                  <c:v>45614</c:v>
                </c:pt>
                <c:pt idx="7">
                  <c:v>45615</c:v>
                </c:pt>
                <c:pt idx="8">
                  <c:v>45616</c:v>
                </c:pt>
                <c:pt idx="9">
                  <c:v>45617</c:v>
                </c:pt>
                <c:pt idx="10">
                  <c:v>45618</c:v>
                </c:pt>
                <c:pt idx="11">
                  <c:v>45619</c:v>
                </c:pt>
                <c:pt idx="12">
                  <c:v>45620</c:v>
                </c:pt>
                <c:pt idx="13">
                  <c:v>45621</c:v>
                </c:pt>
                <c:pt idx="14">
                  <c:v>45622</c:v>
                </c:pt>
                <c:pt idx="15">
                  <c:v>45623</c:v>
                </c:pt>
                <c:pt idx="16">
                  <c:v>45624</c:v>
                </c:pt>
                <c:pt idx="17">
                  <c:v>45625</c:v>
                </c:pt>
                <c:pt idx="18">
                  <c:v>45626</c:v>
                </c:pt>
                <c:pt idx="19">
                  <c:v>45627</c:v>
                </c:pt>
                <c:pt idx="20">
                  <c:v>45628</c:v>
                </c:pt>
                <c:pt idx="21">
                  <c:v>45629</c:v>
                </c:pt>
                <c:pt idx="22">
                  <c:v>45630</c:v>
                </c:pt>
                <c:pt idx="23">
                  <c:v>45631</c:v>
                </c:pt>
                <c:pt idx="24">
                  <c:v>45632</c:v>
                </c:pt>
                <c:pt idx="25">
                  <c:v>45633</c:v>
                </c:pt>
                <c:pt idx="26">
                  <c:v>45634</c:v>
                </c:pt>
                <c:pt idx="27">
                  <c:v>45635</c:v>
                </c:pt>
                <c:pt idx="28">
                  <c:v>45636</c:v>
                </c:pt>
                <c:pt idx="29">
                  <c:v>45637</c:v>
                </c:pt>
                <c:pt idx="30">
                  <c:v>45638</c:v>
                </c:pt>
                <c:pt idx="31">
                  <c:v>45639</c:v>
                </c:pt>
                <c:pt idx="32">
                  <c:v>45640</c:v>
                </c:pt>
                <c:pt idx="33">
                  <c:v>45641</c:v>
                </c:pt>
                <c:pt idx="34">
                  <c:v>45642</c:v>
                </c:pt>
                <c:pt idx="35">
                  <c:v>45643</c:v>
                </c:pt>
                <c:pt idx="36">
                  <c:v>45644</c:v>
                </c:pt>
                <c:pt idx="37">
                  <c:v>45645</c:v>
                </c:pt>
                <c:pt idx="38">
                  <c:v>45646</c:v>
                </c:pt>
                <c:pt idx="39">
                  <c:v>45647</c:v>
                </c:pt>
                <c:pt idx="40">
                  <c:v>45648</c:v>
                </c:pt>
                <c:pt idx="41">
                  <c:v>45649</c:v>
                </c:pt>
                <c:pt idx="42">
                  <c:v>45650</c:v>
                </c:pt>
                <c:pt idx="43">
                  <c:v>45651</c:v>
                </c:pt>
                <c:pt idx="44">
                  <c:v>45652</c:v>
                </c:pt>
                <c:pt idx="45">
                  <c:v>45653</c:v>
                </c:pt>
                <c:pt idx="46">
                  <c:v>45654</c:v>
                </c:pt>
                <c:pt idx="47">
                  <c:v>45655</c:v>
                </c:pt>
                <c:pt idx="48">
                  <c:v>45656</c:v>
                </c:pt>
                <c:pt idx="49">
                  <c:v>45657</c:v>
                </c:pt>
              </c:numCache>
            </c:numRef>
          </c:cat>
          <c:val>
            <c:numRef>
              <c:f>Sheet5!$B$2:$B$51</c:f>
              <c:numCache>
                <c:formatCode>General</c:formatCode>
                <c:ptCount val="50"/>
                <c:pt idx="0">
                  <c:v>2.23</c:v>
                </c:pt>
                <c:pt idx="1">
                  <c:v>2.14</c:v>
                </c:pt>
                <c:pt idx="7">
                  <c:v>2.57</c:v>
                </c:pt>
                <c:pt idx="8">
                  <c:v>2.34</c:v>
                </c:pt>
                <c:pt idx="9">
                  <c:v>1.98</c:v>
                </c:pt>
                <c:pt idx="13">
                  <c:v>1.99</c:v>
                </c:pt>
                <c:pt idx="14">
                  <c:v>2.12</c:v>
                </c:pt>
                <c:pt idx="15">
                  <c:v>1.83</c:v>
                </c:pt>
                <c:pt idx="16">
                  <c:v>2.61</c:v>
                </c:pt>
                <c:pt idx="17">
                  <c:v>1.86</c:v>
                </c:pt>
                <c:pt idx="20">
                  <c:v>1.86</c:v>
                </c:pt>
                <c:pt idx="21">
                  <c:v>2.19</c:v>
                </c:pt>
                <c:pt idx="22">
                  <c:v>2.8</c:v>
                </c:pt>
                <c:pt idx="23">
                  <c:v>2.8</c:v>
                </c:pt>
                <c:pt idx="24">
                  <c:v>1.99</c:v>
                </c:pt>
                <c:pt idx="27">
                  <c:v>3.17</c:v>
                </c:pt>
                <c:pt idx="28">
                  <c:v>3.63</c:v>
                </c:pt>
                <c:pt idx="29">
                  <c:v>2.21</c:v>
                </c:pt>
                <c:pt idx="30">
                  <c:v>2.2599999999999998</c:v>
                </c:pt>
                <c:pt idx="31">
                  <c:v>2.15</c:v>
                </c:pt>
                <c:pt idx="34">
                  <c:v>2.1</c:v>
                </c:pt>
                <c:pt idx="35">
                  <c:v>1.96</c:v>
                </c:pt>
                <c:pt idx="36">
                  <c:v>1.84</c:v>
                </c:pt>
                <c:pt idx="37">
                  <c:v>1.82</c:v>
                </c:pt>
                <c:pt idx="38">
                  <c:v>1.91</c:v>
                </c:pt>
                <c:pt idx="41">
                  <c:v>2.1</c:v>
                </c:pt>
                <c:pt idx="42">
                  <c:v>2.0699999999999998</c:v>
                </c:pt>
                <c:pt idx="43">
                  <c:v>1.98</c:v>
                </c:pt>
                <c:pt idx="44">
                  <c:v>1.1100000000000001</c:v>
                </c:pt>
                <c:pt idx="45">
                  <c:v>0.77</c:v>
                </c:pt>
                <c:pt idx="48">
                  <c:v>1.18</c:v>
                </c:pt>
                <c:pt idx="49">
                  <c:v>0.66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8E-2D46-AC47-6BAE385788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29624959"/>
        <c:axId val="2029699823"/>
      </c:lineChart>
      <c:dateAx>
        <c:axId val="2029624959"/>
        <c:scaling>
          <c:orientation val="minMax"/>
        </c:scaling>
        <c:delete val="0"/>
        <c:axPos val="b"/>
        <c:numFmt formatCode="m/d/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29699823"/>
        <c:crosses val="autoZero"/>
        <c:auto val="1"/>
        <c:lblOffset val="100"/>
        <c:baseTimeUnit val="days"/>
      </c:dateAx>
      <c:valAx>
        <c:axId val="2029699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29624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每公里主</a:t>
            </a:r>
            <a:r>
              <a:rPr lang="en-US" altLang="zh-CN"/>
              <a:t>Link</a:t>
            </a:r>
            <a:r>
              <a:rPr lang="zh-CN" altLang="en-US"/>
              <a:t>丢失次数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0-4级道路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Sheet5!$A$10:$A$51</c:f>
              <c:numCache>
                <c:formatCode>m/d/yy</c:formatCode>
                <c:ptCount val="42"/>
                <c:pt idx="0">
                  <c:v>45616</c:v>
                </c:pt>
                <c:pt idx="1">
                  <c:v>45617</c:v>
                </c:pt>
                <c:pt idx="2">
                  <c:v>45618</c:v>
                </c:pt>
                <c:pt idx="3">
                  <c:v>45619</c:v>
                </c:pt>
                <c:pt idx="4">
                  <c:v>45620</c:v>
                </c:pt>
                <c:pt idx="5">
                  <c:v>45621</c:v>
                </c:pt>
                <c:pt idx="6">
                  <c:v>45622</c:v>
                </c:pt>
                <c:pt idx="7">
                  <c:v>45623</c:v>
                </c:pt>
                <c:pt idx="8">
                  <c:v>45624</c:v>
                </c:pt>
                <c:pt idx="9">
                  <c:v>45625</c:v>
                </c:pt>
                <c:pt idx="10">
                  <c:v>45626</c:v>
                </c:pt>
                <c:pt idx="11">
                  <c:v>45627</c:v>
                </c:pt>
                <c:pt idx="12">
                  <c:v>45628</c:v>
                </c:pt>
                <c:pt idx="13">
                  <c:v>45629</c:v>
                </c:pt>
                <c:pt idx="14">
                  <c:v>45630</c:v>
                </c:pt>
                <c:pt idx="15">
                  <c:v>45631</c:v>
                </c:pt>
                <c:pt idx="16">
                  <c:v>45632</c:v>
                </c:pt>
                <c:pt idx="17">
                  <c:v>45633</c:v>
                </c:pt>
                <c:pt idx="18">
                  <c:v>45634</c:v>
                </c:pt>
                <c:pt idx="19">
                  <c:v>45635</c:v>
                </c:pt>
                <c:pt idx="20">
                  <c:v>45636</c:v>
                </c:pt>
                <c:pt idx="21">
                  <c:v>45637</c:v>
                </c:pt>
                <c:pt idx="22">
                  <c:v>45638</c:v>
                </c:pt>
                <c:pt idx="23">
                  <c:v>45639</c:v>
                </c:pt>
                <c:pt idx="24">
                  <c:v>45640</c:v>
                </c:pt>
                <c:pt idx="25">
                  <c:v>45641</c:v>
                </c:pt>
                <c:pt idx="26">
                  <c:v>45642</c:v>
                </c:pt>
                <c:pt idx="27">
                  <c:v>45643</c:v>
                </c:pt>
                <c:pt idx="28">
                  <c:v>45644</c:v>
                </c:pt>
                <c:pt idx="29">
                  <c:v>45645</c:v>
                </c:pt>
                <c:pt idx="30">
                  <c:v>45646</c:v>
                </c:pt>
                <c:pt idx="31">
                  <c:v>45647</c:v>
                </c:pt>
                <c:pt idx="32">
                  <c:v>45648</c:v>
                </c:pt>
                <c:pt idx="33">
                  <c:v>45649</c:v>
                </c:pt>
                <c:pt idx="34">
                  <c:v>45650</c:v>
                </c:pt>
                <c:pt idx="35">
                  <c:v>45651</c:v>
                </c:pt>
                <c:pt idx="36">
                  <c:v>45652</c:v>
                </c:pt>
                <c:pt idx="37">
                  <c:v>45653</c:v>
                </c:pt>
                <c:pt idx="38">
                  <c:v>45654</c:v>
                </c:pt>
                <c:pt idx="39">
                  <c:v>45655</c:v>
                </c:pt>
                <c:pt idx="40">
                  <c:v>45656</c:v>
                </c:pt>
                <c:pt idx="41">
                  <c:v>45657</c:v>
                </c:pt>
              </c:numCache>
            </c:numRef>
          </c:cat>
          <c:val>
            <c:numRef>
              <c:f>Sheet5!$D$10:$D$51</c:f>
              <c:numCache>
                <c:formatCode>General</c:formatCode>
                <c:ptCount val="42"/>
                <c:pt idx="0">
                  <c:v>0.1192</c:v>
                </c:pt>
                <c:pt idx="1">
                  <c:v>6.1899999999999997E-2</c:v>
                </c:pt>
                <c:pt idx="2">
                  <c:v>7.0999999999999994E-2</c:v>
                </c:pt>
                <c:pt idx="5">
                  <c:v>6.2300000000000001E-2</c:v>
                </c:pt>
                <c:pt idx="6">
                  <c:v>7.0900000000000005E-2</c:v>
                </c:pt>
                <c:pt idx="7">
                  <c:v>6.9400000000000003E-2</c:v>
                </c:pt>
                <c:pt idx="8">
                  <c:v>6.9699999999999998E-2</c:v>
                </c:pt>
                <c:pt idx="9">
                  <c:v>7.6700000000000004E-2</c:v>
                </c:pt>
                <c:pt idx="12">
                  <c:v>7.3200000000000001E-2</c:v>
                </c:pt>
                <c:pt idx="13">
                  <c:v>7.5999999999999998E-2</c:v>
                </c:pt>
                <c:pt idx="14">
                  <c:v>6.9400000000000003E-2</c:v>
                </c:pt>
                <c:pt idx="15">
                  <c:v>8.2400000000000001E-2</c:v>
                </c:pt>
                <c:pt idx="16">
                  <c:v>6.7400000000000002E-2</c:v>
                </c:pt>
                <c:pt idx="19">
                  <c:v>3.9699999999999999E-2</c:v>
                </c:pt>
                <c:pt idx="20">
                  <c:v>5.1900000000000002E-2</c:v>
                </c:pt>
                <c:pt idx="21">
                  <c:v>6.1899999999999997E-2</c:v>
                </c:pt>
                <c:pt idx="22">
                  <c:v>5.1299999999999998E-2</c:v>
                </c:pt>
                <c:pt idx="23">
                  <c:v>5.7700000000000001E-2</c:v>
                </c:pt>
                <c:pt idx="26">
                  <c:v>5.0500000000000003E-2</c:v>
                </c:pt>
                <c:pt idx="27">
                  <c:v>6.8099999999999994E-2</c:v>
                </c:pt>
                <c:pt idx="28">
                  <c:v>2.6599999999999999E-2</c:v>
                </c:pt>
                <c:pt idx="29">
                  <c:v>2.2599999999999999E-2</c:v>
                </c:pt>
                <c:pt idx="30">
                  <c:v>2.1600000000000001E-2</c:v>
                </c:pt>
                <c:pt idx="33">
                  <c:v>2.4899999999999999E-2</c:v>
                </c:pt>
                <c:pt idx="34">
                  <c:v>2.4199999999999999E-2</c:v>
                </c:pt>
                <c:pt idx="35">
                  <c:v>3.0099999999999998E-2</c:v>
                </c:pt>
                <c:pt idx="36">
                  <c:v>3.2099999999999997E-2</c:v>
                </c:pt>
                <c:pt idx="37">
                  <c:v>1.8200000000000001E-2</c:v>
                </c:pt>
                <c:pt idx="40">
                  <c:v>1.55E-2</c:v>
                </c:pt>
                <c:pt idx="41">
                  <c:v>1.0800000000000001E-2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975-EB4B-BCD2-CAF9061380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05020351"/>
        <c:axId val="2029823807"/>
      </c:lineChart>
      <c:lineChart>
        <c:grouping val="standard"/>
        <c:varyColors val="0"/>
        <c:ser>
          <c:idx val="1"/>
          <c:order val="1"/>
          <c:tx>
            <c:v>6级以上道路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Sheet5!$A$10:$A$51</c:f>
              <c:numCache>
                <c:formatCode>m/d/yy</c:formatCode>
                <c:ptCount val="42"/>
                <c:pt idx="0">
                  <c:v>45616</c:v>
                </c:pt>
                <c:pt idx="1">
                  <c:v>45617</c:v>
                </c:pt>
                <c:pt idx="2">
                  <c:v>45618</c:v>
                </c:pt>
                <c:pt idx="3">
                  <c:v>45619</c:v>
                </c:pt>
                <c:pt idx="4">
                  <c:v>45620</c:v>
                </c:pt>
                <c:pt idx="5">
                  <c:v>45621</c:v>
                </c:pt>
                <c:pt idx="6">
                  <c:v>45622</c:v>
                </c:pt>
                <c:pt idx="7">
                  <c:v>45623</c:v>
                </c:pt>
                <c:pt idx="8">
                  <c:v>45624</c:v>
                </c:pt>
                <c:pt idx="9">
                  <c:v>45625</c:v>
                </c:pt>
                <c:pt idx="10">
                  <c:v>45626</c:v>
                </c:pt>
                <c:pt idx="11">
                  <c:v>45627</c:v>
                </c:pt>
                <c:pt idx="12">
                  <c:v>45628</c:v>
                </c:pt>
                <c:pt idx="13">
                  <c:v>45629</c:v>
                </c:pt>
                <c:pt idx="14">
                  <c:v>45630</c:v>
                </c:pt>
                <c:pt idx="15">
                  <c:v>45631</c:v>
                </c:pt>
                <c:pt idx="16">
                  <c:v>45632</c:v>
                </c:pt>
                <c:pt idx="17">
                  <c:v>45633</c:v>
                </c:pt>
                <c:pt idx="18">
                  <c:v>45634</c:v>
                </c:pt>
                <c:pt idx="19">
                  <c:v>45635</c:v>
                </c:pt>
                <c:pt idx="20">
                  <c:v>45636</c:v>
                </c:pt>
                <c:pt idx="21">
                  <c:v>45637</c:v>
                </c:pt>
                <c:pt idx="22">
                  <c:v>45638</c:v>
                </c:pt>
                <c:pt idx="23">
                  <c:v>45639</c:v>
                </c:pt>
                <c:pt idx="24">
                  <c:v>45640</c:v>
                </c:pt>
                <c:pt idx="25">
                  <c:v>45641</c:v>
                </c:pt>
                <c:pt idx="26">
                  <c:v>45642</c:v>
                </c:pt>
                <c:pt idx="27">
                  <c:v>45643</c:v>
                </c:pt>
                <c:pt idx="28">
                  <c:v>45644</c:v>
                </c:pt>
                <c:pt idx="29">
                  <c:v>45645</c:v>
                </c:pt>
                <c:pt idx="30">
                  <c:v>45646</c:v>
                </c:pt>
                <c:pt idx="31">
                  <c:v>45647</c:v>
                </c:pt>
                <c:pt idx="32">
                  <c:v>45648</c:v>
                </c:pt>
                <c:pt idx="33">
                  <c:v>45649</c:v>
                </c:pt>
                <c:pt idx="34">
                  <c:v>45650</c:v>
                </c:pt>
                <c:pt idx="35">
                  <c:v>45651</c:v>
                </c:pt>
                <c:pt idx="36">
                  <c:v>45652</c:v>
                </c:pt>
                <c:pt idx="37">
                  <c:v>45653</c:v>
                </c:pt>
                <c:pt idx="38">
                  <c:v>45654</c:v>
                </c:pt>
                <c:pt idx="39">
                  <c:v>45655</c:v>
                </c:pt>
                <c:pt idx="40">
                  <c:v>45656</c:v>
                </c:pt>
                <c:pt idx="41">
                  <c:v>45657</c:v>
                </c:pt>
              </c:numCache>
            </c:numRef>
          </c:cat>
          <c:val>
            <c:numRef>
              <c:f>Sheet5!$E$10:$E$51</c:f>
              <c:numCache>
                <c:formatCode>General</c:formatCode>
                <c:ptCount val="42"/>
                <c:pt idx="0">
                  <c:v>0.70250000000000001</c:v>
                </c:pt>
                <c:pt idx="1">
                  <c:v>0.43519999999999998</c:v>
                </c:pt>
                <c:pt idx="2">
                  <c:v>0.36799999999999999</c:v>
                </c:pt>
                <c:pt idx="5">
                  <c:v>0.44669999999999999</c:v>
                </c:pt>
                <c:pt idx="6">
                  <c:v>0.40129999999999999</c:v>
                </c:pt>
                <c:pt idx="7">
                  <c:v>0.39629999999999999</c:v>
                </c:pt>
                <c:pt idx="8">
                  <c:v>0.38919999999999999</c:v>
                </c:pt>
                <c:pt idx="9">
                  <c:v>0.24610000000000001</c:v>
                </c:pt>
                <c:pt idx="12">
                  <c:v>0.18629999999999999</c:v>
                </c:pt>
                <c:pt idx="13">
                  <c:v>0.27029999999999998</c:v>
                </c:pt>
                <c:pt idx="14">
                  <c:v>0.35759999999999997</c:v>
                </c:pt>
                <c:pt idx="15">
                  <c:v>0.31609999999999999</c:v>
                </c:pt>
                <c:pt idx="16">
                  <c:v>0.24579999999999999</c:v>
                </c:pt>
                <c:pt idx="19">
                  <c:v>0.2109</c:v>
                </c:pt>
                <c:pt idx="20">
                  <c:v>0.25750000000000001</c:v>
                </c:pt>
                <c:pt idx="21">
                  <c:v>0.1318</c:v>
                </c:pt>
                <c:pt idx="22">
                  <c:v>6.3799999999999996E-2</c:v>
                </c:pt>
                <c:pt idx="23">
                  <c:v>0.1454</c:v>
                </c:pt>
                <c:pt idx="26">
                  <c:v>5.9499999999999997E-2</c:v>
                </c:pt>
                <c:pt idx="27">
                  <c:v>0.12230000000000001</c:v>
                </c:pt>
                <c:pt idx="28">
                  <c:v>0.23400000000000001</c:v>
                </c:pt>
                <c:pt idx="29">
                  <c:v>0.2097</c:v>
                </c:pt>
                <c:pt idx="30">
                  <c:v>0.1031</c:v>
                </c:pt>
                <c:pt idx="33">
                  <c:v>0.12839999999999999</c:v>
                </c:pt>
                <c:pt idx="34">
                  <c:v>0.16589999999999999</c:v>
                </c:pt>
                <c:pt idx="35">
                  <c:v>9.9000000000000005E-2</c:v>
                </c:pt>
                <c:pt idx="36">
                  <c:v>0.1236</c:v>
                </c:pt>
                <c:pt idx="37">
                  <c:v>0.20699999999999999</c:v>
                </c:pt>
                <c:pt idx="40">
                  <c:v>0.27989999999999998</c:v>
                </c:pt>
                <c:pt idx="41">
                  <c:v>0.32240000000000002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975-EB4B-BCD2-CAF9061380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99474543"/>
        <c:axId val="1899341583"/>
      </c:lineChart>
      <c:dateAx>
        <c:axId val="1805020351"/>
        <c:scaling>
          <c:orientation val="minMax"/>
        </c:scaling>
        <c:delete val="0"/>
        <c:axPos val="b"/>
        <c:numFmt formatCode="m/d/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29823807"/>
        <c:crosses val="autoZero"/>
        <c:auto val="1"/>
        <c:lblOffset val="100"/>
        <c:baseTimeUnit val="days"/>
      </c:dateAx>
      <c:valAx>
        <c:axId val="2029823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0-4</a:t>
                </a:r>
                <a:r>
                  <a:rPr lang="zh-CN" altLang="en-US"/>
                  <a:t>级道路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05020351"/>
        <c:crosses val="autoZero"/>
        <c:crossBetween val="between"/>
      </c:valAx>
      <c:valAx>
        <c:axId val="189934158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6</a:t>
                </a:r>
                <a:r>
                  <a:rPr lang="zh-CN" altLang="en-US"/>
                  <a:t>级以上道路</a:t>
                </a:r>
                <a:endParaRPr lang="en-US" alt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99474543"/>
        <c:crosses val="max"/>
        <c:crossBetween val="between"/>
      </c:valAx>
      <c:dateAx>
        <c:axId val="1899474543"/>
        <c:scaling>
          <c:orientation val="minMax"/>
        </c:scaling>
        <c:delete val="1"/>
        <c:axPos val="b"/>
        <c:numFmt formatCode="m/d/yy" sourceLinked="1"/>
        <c:majorTickMark val="out"/>
        <c:minorTickMark val="none"/>
        <c:tickLblPos val="nextTo"/>
        <c:crossAx val="1899341583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span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4941" cy="715572"/>
          </a:xfrm>
          <a:prstGeom prst="rect">
            <a:avLst/>
          </a:prstGeom>
        </p:spPr>
        <p:txBody>
          <a:bodyPr vert="horz" lIns="132221" tIns="66110" rIns="132221" bIns="66110" rtlCol="0"/>
          <a:lstStyle>
            <a:lvl1pPr algn="l">
              <a:defRPr sz="17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589063" y="0"/>
            <a:ext cx="4274941" cy="715572"/>
          </a:xfrm>
          <a:prstGeom prst="rect">
            <a:avLst/>
          </a:prstGeom>
        </p:spPr>
        <p:txBody>
          <a:bodyPr vert="horz" lIns="132221" tIns="66110" rIns="132221" bIns="66110" rtlCol="0"/>
          <a:lstStyle>
            <a:lvl1pPr algn="r">
              <a:defRPr sz="1700"/>
            </a:lvl1pPr>
          </a:lstStyle>
          <a:p>
            <a:pPr>
              <a:defRPr/>
            </a:pPr>
            <a:fld id="{483A2CD2-7DF7-4A73-8ABE-BF67761A4571}" type="datetimeFigureOut">
              <a:rPr lang="zh-CN" altLang="en-US"/>
              <a:t>2025/1/17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3577581"/>
            <a:ext cx="4274941" cy="715571"/>
          </a:xfrm>
          <a:prstGeom prst="rect">
            <a:avLst/>
          </a:prstGeom>
        </p:spPr>
        <p:txBody>
          <a:bodyPr vert="horz" lIns="132221" tIns="66110" rIns="132221" bIns="66110" rtlCol="0" anchor="b"/>
          <a:lstStyle>
            <a:lvl1pPr algn="l">
              <a:defRPr sz="17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589063" y="13577581"/>
            <a:ext cx="4274941" cy="715571"/>
          </a:xfrm>
          <a:prstGeom prst="rect">
            <a:avLst/>
          </a:prstGeom>
        </p:spPr>
        <p:txBody>
          <a:bodyPr vert="horz" lIns="132221" tIns="66110" rIns="132221" bIns="66110" rtlCol="0" anchor="b"/>
          <a:lstStyle>
            <a:lvl1pPr algn="r">
              <a:defRPr sz="1700"/>
            </a:lvl1pPr>
          </a:lstStyle>
          <a:p>
            <a:pPr>
              <a:defRPr/>
            </a:pPr>
            <a:fld id="{308EE467-3BDF-4921-9FE9-796F62CE9C4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4941" cy="7155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32221" tIns="66110" rIns="132221" bIns="66110" numCol="1" anchor="t" anchorCtr="0" compatLnSpc="1"/>
          <a:lstStyle>
            <a:lvl1pPr>
              <a:defRPr sz="1700"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9063" y="0"/>
            <a:ext cx="4274941" cy="7155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32221" tIns="66110" rIns="132221" bIns="66110" numCol="1" anchor="t" anchorCtr="0" compatLnSpc="1"/>
          <a:lstStyle>
            <a:lvl1pPr algn="r">
              <a:defRPr sz="1700"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66688" y="1071563"/>
            <a:ext cx="9534525" cy="5362575"/>
          </a:xfrm>
          <a:prstGeom prst="rect">
            <a:avLst/>
          </a:prstGeom>
          <a:noFill/>
          <a:ln w="9525">
            <a:noFill/>
            <a:miter lim="800000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72" y="6789934"/>
            <a:ext cx="7893974" cy="6433289"/>
          </a:xfrm>
          <a:prstGeom prst="rect">
            <a:avLst/>
          </a:prstGeom>
          <a:noFill/>
          <a:ln w="9525" cmpd="sng">
            <a:noFill/>
            <a:miter lim="800000"/>
          </a:ln>
        </p:spPr>
        <p:txBody>
          <a:bodyPr vert="horz" wrap="square" lIns="132221" tIns="66110" rIns="132221" bIns="66110" numCol="1" anchor="t" anchorCtr="0" compatLnSpc="1"/>
          <a:lstStyle/>
          <a:p>
            <a:pPr lvl="0"/>
            <a:r>
              <a:rPr lang="zh-CN" noProof="0"/>
              <a:t>单击此处编辑母版文本样式</a:t>
            </a:r>
          </a:p>
          <a:p>
            <a:pPr lvl="1"/>
            <a:r>
              <a:rPr lang="zh-CN" noProof="0"/>
              <a:t>第二级</a:t>
            </a:r>
          </a:p>
          <a:p>
            <a:pPr lvl="2"/>
            <a:r>
              <a:rPr lang="zh-CN" noProof="0"/>
              <a:t>第三级</a:t>
            </a:r>
          </a:p>
          <a:p>
            <a:pPr lvl="3"/>
            <a:r>
              <a:rPr lang="zh-CN" noProof="0"/>
              <a:t>第四级</a:t>
            </a:r>
          </a:p>
          <a:p>
            <a:pPr lvl="4"/>
            <a:r>
              <a:rPr lang="zh-CN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3577581"/>
            <a:ext cx="4274941" cy="71557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32221" tIns="66110" rIns="132221" bIns="66110" numCol="1" anchor="b" anchorCtr="0" compatLnSpc="1"/>
          <a:lstStyle>
            <a:lvl1pPr>
              <a:defRPr sz="1700"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9063" y="13577581"/>
            <a:ext cx="4274941" cy="71557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32221" tIns="66110" rIns="132221" bIns="66110" numCol="1" anchor="b" anchorCtr="0" compatLnSpc="1"/>
          <a:lstStyle>
            <a:lvl1pPr algn="r">
              <a:defRPr sz="1700">
                <a:ea typeface="宋体" pitchFamily="2" charset="-122"/>
              </a:defRPr>
            </a:lvl1pPr>
          </a:lstStyle>
          <a:p>
            <a:pPr>
              <a:defRPr/>
            </a:pPr>
            <a:fld id="{D48166DF-1868-4059-B69D-905283CF7890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556260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1113155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669415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2226310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782570" algn="l" defTabSz="111315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338830" algn="l" defTabSz="111315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3895725" algn="l" defTabSz="111315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451985" algn="l" defTabSz="111315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1" y="172870"/>
            <a:ext cx="11521440" cy="690988"/>
          </a:xfrm>
          <a:prstGeom prst="rect">
            <a:avLst/>
          </a:prstGeom>
        </p:spPr>
        <p:txBody>
          <a:bodyPr lIns="111301" tIns="55650" rIns="111301" bIns="55650"/>
          <a:lstStyle>
            <a:lvl1pPr algn="l"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081" y="979360"/>
            <a:ext cx="11521440" cy="5352302"/>
          </a:xfrm>
          <a:prstGeom prst="rect">
            <a:avLst/>
          </a:prstGeom>
        </p:spPr>
        <p:txBody>
          <a:bodyPr lIns="111301" tIns="55650" rIns="111301" bIns="55650"/>
          <a:lstStyle>
            <a:lvl1pPr>
              <a:buClr>
                <a:schemeClr val="bg1">
                  <a:lumMod val="65000"/>
                </a:schemeClr>
              </a:buClr>
              <a:buSzPct val="60000"/>
              <a:buFont typeface="Wingdings" panose="05000000000000000000" pitchFamily="2" charset="2"/>
              <a:buChar char="l"/>
              <a:defRPr sz="2400" b="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buClr>
                <a:schemeClr val="bg1">
                  <a:lumMod val="75000"/>
                </a:schemeClr>
              </a:buClr>
              <a:defRPr sz="20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>
              <a:buClr>
                <a:schemeClr val="bg1">
                  <a:lumMod val="75000"/>
                </a:schemeClr>
              </a:buClr>
              <a:buSzPct val="80000"/>
              <a:buFont typeface="Wingdings" panose="05000000000000000000" pitchFamily="2" charset="2"/>
              <a:buChar char="u"/>
              <a:defRPr sz="18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640081" y="878548"/>
            <a:ext cx="8468491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</a:ln>
        </p:spPr>
        <p:txBody>
          <a:bodyPr wrap="none" lIns="111301" tIns="55651" rIns="111301" bIns="55651" anchor="ctr"/>
          <a:lstStyle/>
          <a:p>
            <a:endParaRPr lang="zh-CN" altLang="en-US" sz="290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>
          <a:xfrm>
            <a:off x="11775643" y="6552778"/>
            <a:ext cx="875799" cy="384492"/>
          </a:xfrm>
        </p:spPr>
        <p:txBody>
          <a:bodyPr/>
          <a:lstStyle/>
          <a:p>
            <a:pPr>
              <a:defRPr/>
            </a:pPr>
            <a:fld id="{EF001FE3-3C56-4123-9DE4-EF0781CB24B0}" type="slidenum">
              <a:rPr lang="en-US" altLang="zh-CN" smtClean="0"/>
              <a:t>‹#›</a:t>
            </a:fld>
            <a:endParaRPr lang="zh-CN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>
          <a:xfrm>
            <a:off x="4376441" y="6552778"/>
            <a:ext cx="4053840" cy="384492"/>
          </a:xfrm>
        </p:spPr>
        <p:txBody>
          <a:bodyPr/>
          <a:lstStyle/>
          <a:p>
            <a:pPr>
              <a:defRPr/>
            </a:pPr>
            <a:endParaRPr 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001FE3-3C56-4123-9DE4-EF0781CB24B0}" type="slidenum">
              <a:rPr lang="en-US" alt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1" y="172870"/>
            <a:ext cx="11521440" cy="690988"/>
          </a:xfrm>
          <a:prstGeom prst="rect">
            <a:avLst/>
          </a:prstGeom>
        </p:spPr>
        <p:txBody>
          <a:bodyPr lIns="111301" tIns="55650" rIns="111301" bIns="55650"/>
          <a:lstStyle>
            <a:lvl1pPr algn="l"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081" y="979360"/>
            <a:ext cx="11521440" cy="5352302"/>
          </a:xfrm>
          <a:prstGeom prst="rect">
            <a:avLst/>
          </a:prstGeom>
        </p:spPr>
        <p:txBody>
          <a:bodyPr lIns="111301" tIns="55650" rIns="111301" bIns="55650"/>
          <a:lstStyle>
            <a:lvl1pPr>
              <a:buClr>
                <a:schemeClr val="bg1">
                  <a:lumMod val="65000"/>
                </a:schemeClr>
              </a:buClr>
              <a:buSzPct val="60000"/>
              <a:buFont typeface="Wingdings" panose="05000000000000000000" pitchFamily="2" charset="2"/>
              <a:buChar char="l"/>
              <a:defRPr sz="2400" b="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buClr>
                <a:schemeClr val="bg1">
                  <a:lumMod val="75000"/>
                </a:schemeClr>
              </a:buClr>
              <a:defRPr sz="20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>
              <a:buClr>
                <a:schemeClr val="bg1">
                  <a:lumMod val="75000"/>
                </a:schemeClr>
              </a:buClr>
              <a:buSzPct val="80000"/>
              <a:buFont typeface="Wingdings" panose="05000000000000000000" pitchFamily="2" charset="2"/>
              <a:buChar char="u"/>
              <a:defRPr sz="18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640081" y="878548"/>
            <a:ext cx="8468491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</a:ln>
        </p:spPr>
        <p:txBody>
          <a:bodyPr wrap="none" lIns="111301" tIns="55651" rIns="111301" bIns="55651" anchor="ctr"/>
          <a:lstStyle/>
          <a:p>
            <a:endParaRPr lang="zh-CN" altLang="en-US" sz="290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>
          <a:xfrm>
            <a:off x="11775643" y="6552778"/>
            <a:ext cx="875799" cy="384492"/>
          </a:xfrm>
        </p:spPr>
        <p:txBody>
          <a:bodyPr/>
          <a:lstStyle/>
          <a:p>
            <a:pPr>
              <a:defRPr/>
            </a:pPr>
            <a:fld id="{EF001FE3-3C56-4123-9DE4-EF0781CB24B0}" type="slidenum">
              <a:rPr lang="en-US" altLang="zh-CN" smtClean="0"/>
              <a:t>‹#›</a:t>
            </a:fld>
            <a:endParaRPr lang="zh-CN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>
          <a:xfrm>
            <a:off x="4376441" y="6552778"/>
            <a:ext cx="4053840" cy="384492"/>
          </a:xfrm>
        </p:spPr>
        <p:txBody>
          <a:bodyPr/>
          <a:lstStyle/>
          <a:p>
            <a:pPr>
              <a:defRPr/>
            </a:pPr>
            <a:endParaRPr 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001FE3-3C56-4123-9DE4-EF0781CB24B0}" type="slidenum">
              <a:rPr lang="en-US" alt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1" y="172870"/>
            <a:ext cx="11521440" cy="690988"/>
          </a:xfrm>
          <a:prstGeom prst="rect">
            <a:avLst/>
          </a:prstGeom>
        </p:spPr>
        <p:txBody>
          <a:bodyPr lIns="111301" tIns="55650" rIns="111301" bIns="55650"/>
          <a:lstStyle>
            <a:lvl1pPr algn="l"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081" y="979360"/>
            <a:ext cx="11521440" cy="5352302"/>
          </a:xfrm>
          <a:prstGeom prst="rect">
            <a:avLst/>
          </a:prstGeom>
        </p:spPr>
        <p:txBody>
          <a:bodyPr lIns="111301" tIns="55650" rIns="111301" bIns="55650"/>
          <a:lstStyle>
            <a:lvl1pPr>
              <a:buClr>
                <a:schemeClr val="bg1">
                  <a:lumMod val="65000"/>
                </a:schemeClr>
              </a:buClr>
              <a:buSzPct val="60000"/>
              <a:buFont typeface="Wingdings" panose="05000000000000000000" pitchFamily="2" charset="2"/>
              <a:buChar char="l"/>
              <a:defRPr sz="2400" b="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buClr>
                <a:schemeClr val="bg1">
                  <a:lumMod val="75000"/>
                </a:schemeClr>
              </a:buClr>
              <a:defRPr sz="20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>
              <a:buClr>
                <a:schemeClr val="bg1">
                  <a:lumMod val="75000"/>
                </a:schemeClr>
              </a:buClr>
              <a:buSzPct val="80000"/>
              <a:buFont typeface="Wingdings" panose="05000000000000000000" pitchFamily="2" charset="2"/>
              <a:buChar char="u"/>
              <a:defRPr sz="18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640080" y="878548"/>
            <a:ext cx="8468490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</a:ln>
        </p:spPr>
        <p:txBody>
          <a:bodyPr wrap="none" lIns="111301" tIns="55650" rIns="111301" bIns="55650" anchor="ctr"/>
          <a:lstStyle/>
          <a:p>
            <a:endParaRPr lang="zh-CN" altLang="en-US" sz="290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>
          <a:xfrm>
            <a:off x="4376441" y="6552778"/>
            <a:ext cx="4053840" cy="384492"/>
          </a:xfrm>
        </p:spPr>
        <p:txBody>
          <a:bodyPr/>
          <a:lstStyle/>
          <a:p>
            <a:pPr>
              <a:defRPr/>
            </a:pPr>
            <a:endParaRPr lang="zh-CN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087" y="6360445"/>
            <a:ext cx="12327222" cy="68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3722" y="3976938"/>
            <a:ext cx="11034157" cy="54761"/>
          </a:xfrm>
          <a:prstGeom prst="rect">
            <a:avLst/>
          </a:prstGeom>
          <a:noFill/>
        </p:spPr>
      </p:pic>
      <p:pic>
        <p:nvPicPr>
          <p:cNvPr id="12" name="Picture 2" descr="C:\Users\wumin\Desktop\LOGO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1530" y="2047952"/>
            <a:ext cx="2723976" cy="86639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8" y="4627246"/>
            <a:ext cx="10881360" cy="1430179"/>
          </a:xfrm>
        </p:spPr>
        <p:txBody>
          <a:bodyPr anchor="t"/>
          <a:lstStyle>
            <a:lvl1pPr algn="l">
              <a:defRPr sz="479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8" y="3052049"/>
            <a:ext cx="10881360" cy="1575197"/>
          </a:xfrm>
        </p:spPr>
        <p:txBody>
          <a:bodyPr anchor="b"/>
          <a:lstStyle>
            <a:lvl1pPr marL="0" indent="0">
              <a:buNone/>
              <a:defRPr sz="2395">
                <a:solidFill>
                  <a:schemeClr val="tx1">
                    <a:tint val="75000"/>
                  </a:schemeClr>
                </a:solidFill>
              </a:defRPr>
            </a:lvl1pPr>
            <a:lvl2pPr marL="547370" indent="0">
              <a:buNone/>
              <a:defRPr sz="2155">
                <a:solidFill>
                  <a:schemeClr val="tx1">
                    <a:tint val="75000"/>
                  </a:schemeClr>
                </a:solidFill>
              </a:defRPr>
            </a:lvl2pPr>
            <a:lvl3pPr marL="1094740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3pPr>
            <a:lvl4pPr marL="1642110" indent="0">
              <a:buNone/>
              <a:defRPr sz="1675">
                <a:solidFill>
                  <a:schemeClr val="tx1">
                    <a:tint val="75000"/>
                  </a:schemeClr>
                </a:solidFill>
              </a:defRPr>
            </a:lvl4pPr>
            <a:lvl5pPr marL="2189480" indent="0">
              <a:buNone/>
              <a:defRPr sz="1675">
                <a:solidFill>
                  <a:schemeClr val="tx1">
                    <a:tint val="75000"/>
                  </a:schemeClr>
                </a:solidFill>
              </a:defRPr>
            </a:lvl5pPr>
            <a:lvl6pPr marL="2736850" indent="0">
              <a:buNone/>
              <a:defRPr sz="1675">
                <a:solidFill>
                  <a:schemeClr val="tx1">
                    <a:tint val="75000"/>
                  </a:schemeClr>
                </a:solidFill>
              </a:defRPr>
            </a:lvl6pPr>
            <a:lvl7pPr marL="3283585" indent="0">
              <a:buNone/>
              <a:defRPr sz="1675">
                <a:solidFill>
                  <a:schemeClr val="tx1">
                    <a:tint val="75000"/>
                  </a:schemeClr>
                </a:solidFill>
              </a:defRPr>
            </a:lvl7pPr>
            <a:lvl8pPr marL="3830955" indent="0">
              <a:buNone/>
              <a:defRPr sz="1675">
                <a:solidFill>
                  <a:schemeClr val="tx1">
                    <a:tint val="75000"/>
                  </a:schemeClr>
                </a:solidFill>
              </a:defRPr>
            </a:lvl8pPr>
            <a:lvl9pPr marL="4378325" indent="0">
              <a:buNone/>
              <a:defRPr sz="16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3" descr="C:\Users\wumin\Desktop\4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38503" y="2910450"/>
            <a:ext cx="3113975" cy="770648"/>
          </a:xfrm>
          <a:prstGeom prst="rect">
            <a:avLst/>
          </a:prstGeom>
          <a:noFill/>
        </p:spPr>
      </p:pic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4087" y="6360445"/>
            <a:ext cx="12327222" cy="68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3722" y="3976938"/>
            <a:ext cx="11034157" cy="5476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48983" y="1473518"/>
            <a:ext cx="6629717" cy="4165521"/>
          </a:xfrm>
        </p:spPr>
        <p:txBody>
          <a:bodyPr/>
          <a:lstStyle>
            <a:lvl1pPr>
              <a:defRPr sz="3350"/>
            </a:lvl1pPr>
            <a:lvl2pPr>
              <a:defRPr sz="2875"/>
            </a:lvl2pPr>
            <a:lvl3pPr>
              <a:defRPr sz="2395"/>
            </a:lvl3pPr>
            <a:lvl4pPr>
              <a:defRPr sz="2155"/>
            </a:lvl4pPr>
            <a:lvl5pPr>
              <a:defRPr sz="2155"/>
            </a:lvl5pPr>
            <a:lvl6pPr>
              <a:defRPr sz="2155"/>
            </a:lvl6pPr>
            <a:lvl7pPr>
              <a:defRPr sz="2155"/>
            </a:lvl7pPr>
            <a:lvl8pPr>
              <a:defRPr sz="2155"/>
            </a:lvl8pPr>
            <a:lvl9pPr>
              <a:defRPr sz="21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592061" y="1473518"/>
            <a:ext cx="6629718" cy="4165521"/>
          </a:xfrm>
        </p:spPr>
        <p:txBody>
          <a:bodyPr/>
          <a:lstStyle>
            <a:lvl1pPr>
              <a:defRPr sz="3350"/>
            </a:lvl1pPr>
            <a:lvl2pPr>
              <a:defRPr sz="2875"/>
            </a:lvl2pPr>
            <a:lvl3pPr>
              <a:defRPr sz="2395"/>
            </a:lvl3pPr>
            <a:lvl4pPr>
              <a:defRPr sz="2155"/>
            </a:lvl4pPr>
            <a:lvl5pPr>
              <a:defRPr sz="2155"/>
            </a:lvl5pPr>
            <a:lvl6pPr>
              <a:defRPr sz="2155"/>
            </a:lvl6pPr>
            <a:lvl7pPr>
              <a:defRPr sz="2155"/>
            </a:lvl7pPr>
            <a:lvl8pPr>
              <a:defRPr sz="2155"/>
            </a:lvl8pPr>
            <a:lvl9pPr>
              <a:defRPr sz="21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0" y="288370"/>
            <a:ext cx="1152144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0" y="1611869"/>
            <a:ext cx="5656263" cy="671750"/>
          </a:xfrm>
        </p:spPr>
        <p:txBody>
          <a:bodyPr anchor="b"/>
          <a:lstStyle>
            <a:lvl1pPr marL="0" indent="0">
              <a:buNone/>
              <a:defRPr sz="2875" b="1"/>
            </a:lvl1pPr>
            <a:lvl2pPr marL="547370" indent="0">
              <a:buNone/>
              <a:defRPr sz="2395" b="1"/>
            </a:lvl2pPr>
            <a:lvl3pPr marL="1094740" indent="0">
              <a:buNone/>
              <a:defRPr sz="2155" b="1"/>
            </a:lvl3pPr>
            <a:lvl4pPr marL="1642110" indent="0">
              <a:buNone/>
              <a:defRPr sz="1915" b="1"/>
            </a:lvl4pPr>
            <a:lvl5pPr marL="2189480" indent="0">
              <a:buNone/>
              <a:defRPr sz="1915" b="1"/>
            </a:lvl5pPr>
            <a:lvl6pPr marL="2736850" indent="0">
              <a:buNone/>
              <a:defRPr sz="1915" b="1"/>
            </a:lvl6pPr>
            <a:lvl7pPr marL="3283585" indent="0">
              <a:buNone/>
              <a:defRPr sz="1915" b="1"/>
            </a:lvl7pPr>
            <a:lvl8pPr marL="3830955" indent="0">
              <a:buNone/>
              <a:defRPr sz="1915" b="1"/>
            </a:lvl8pPr>
            <a:lvl9pPr marL="4378325" indent="0">
              <a:buNone/>
              <a:defRPr sz="191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0" y="2283619"/>
            <a:ext cx="5656263" cy="4148853"/>
          </a:xfrm>
        </p:spPr>
        <p:txBody>
          <a:bodyPr/>
          <a:lstStyle>
            <a:lvl1pPr>
              <a:defRPr sz="2875"/>
            </a:lvl1pPr>
            <a:lvl2pPr>
              <a:defRPr sz="2395"/>
            </a:lvl2pPr>
            <a:lvl3pPr>
              <a:defRPr sz="2155"/>
            </a:lvl3pPr>
            <a:lvl4pPr>
              <a:defRPr sz="1915"/>
            </a:lvl4pPr>
            <a:lvl5pPr>
              <a:defRPr sz="1915"/>
            </a:lvl5pPr>
            <a:lvl6pPr>
              <a:defRPr sz="1915"/>
            </a:lvl6pPr>
            <a:lvl7pPr>
              <a:defRPr sz="1915"/>
            </a:lvl7pPr>
            <a:lvl8pPr>
              <a:defRPr sz="1915"/>
            </a:lvl8pPr>
            <a:lvl9pPr>
              <a:defRPr sz="19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2875" b="1"/>
            </a:lvl1pPr>
            <a:lvl2pPr marL="547370" indent="0">
              <a:buNone/>
              <a:defRPr sz="2395" b="1"/>
            </a:lvl2pPr>
            <a:lvl3pPr marL="1094740" indent="0">
              <a:buNone/>
              <a:defRPr sz="2155" b="1"/>
            </a:lvl3pPr>
            <a:lvl4pPr marL="1642110" indent="0">
              <a:buNone/>
              <a:defRPr sz="1915" b="1"/>
            </a:lvl4pPr>
            <a:lvl5pPr marL="2189480" indent="0">
              <a:buNone/>
              <a:defRPr sz="1915" b="1"/>
            </a:lvl5pPr>
            <a:lvl6pPr marL="2736850" indent="0">
              <a:buNone/>
              <a:defRPr sz="1915" b="1"/>
            </a:lvl6pPr>
            <a:lvl7pPr marL="3283585" indent="0">
              <a:buNone/>
              <a:defRPr sz="1915" b="1"/>
            </a:lvl7pPr>
            <a:lvl8pPr marL="3830955" indent="0">
              <a:buNone/>
              <a:defRPr sz="1915" b="1"/>
            </a:lvl8pPr>
            <a:lvl9pPr marL="4378325" indent="0">
              <a:buNone/>
              <a:defRPr sz="191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3"/>
          </a:xfrm>
        </p:spPr>
        <p:txBody>
          <a:bodyPr/>
          <a:lstStyle>
            <a:lvl1pPr>
              <a:defRPr sz="2875"/>
            </a:lvl1pPr>
            <a:lvl2pPr>
              <a:defRPr sz="2395"/>
            </a:lvl2pPr>
            <a:lvl3pPr>
              <a:defRPr sz="2155"/>
            </a:lvl3pPr>
            <a:lvl4pPr>
              <a:defRPr sz="1915"/>
            </a:lvl4pPr>
            <a:lvl5pPr>
              <a:defRPr sz="1915"/>
            </a:lvl5pPr>
            <a:lvl6pPr>
              <a:defRPr sz="1915"/>
            </a:lvl6pPr>
            <a:lvl7pPr>
              <a:defRPr sz="1915"/>
            </a:lvl7pPr>
            <a:lvl8pPr>
              <a:defRPr sz="1915"/>
            </a:lvl8pPr>
            <a:lvl9pPr>
              <a:defRPr sz="19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2" y="286703"/>
            <a:ext cx="4211638" cy="1220153"/>
          </a:xfrm>
        </p:spPr>
        <p:txBody>
          <a:bodyPr anchor="b"/>
          <a:lstStyle>
            <a:lvl1pPr algn="l">
              <a:defRPr sz="239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0" y="286703"/>
            <a:ext cx="7156450" cy="6145769"/>
          </a:xfrm>
        </p:spPr>
        <p:txBody>
          <a:bodyPr/>
          <a:lstStyle>
            <a:lvl1pPr>
              <a:defRPr sz="3830"/>
            </a:lvl1pPr>
            <a:lvl2pPr>
              <a:defRPr sz="3350"/>
            </a:lvl2pPr>
            <a:lvl3pPr>
              <a:defRPr sz="2875"/>
            </a:lvl3pPr>
            <a:lvl4pPr>
              <a:defRPr sz="2395"/>
            </a:lvl4pPr>
            <a:lvl5pPr>
              <a:defRPr sz="2395"/>
            </a:lvl5pPr>
            <a:lvl6pPr>
              <a:defRPr sz="2395"/>
            </a:lvl6pPr>
            <a:lvl7pPr>
              <a:defRPr sz="2395"/>
            </a:lvl7pPr>
            <a:lvl8pPr>
              <a:defRPr sz="2395"/>
            </a:lvl8pPr>
            <a:lvl9pPr>
              <a:defRPr sz="239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2" y="1506855"/>
            <a:ext cx="4211638" cy="4925616"/>
          </a:xfrm>
        </p:spPr>
        <p:txBody>
          <a:bodyPr/>
          <a:lstStyle>
            <a:lvl1pPr marL="0" indent="0">
              <a:buNone/>
              <a:defRPr sz="1675"/>
            </a:lvl1pPr>
            <a:lvl2pPr marL="547370" indent="0">
              <a:buNone/>
              <a:defRPr sz="1435"/>
            </a:lvl2pPr>
            <a:lvl3pPr marL="1094740" indent="0">
              <a:buNone/>
              <a:defRPr sz="1195"/>
            </a:lvl3pPr>
            <a:lvl4pPr marL="1642110" indent="0">
              <a:buNone/>
              <a:defRPr sz="1075"/>
            </a:lvl4pPr>
            <a:lvl5pPr marL="2189480" indent="0">
              <a:buNone/>
              <a:defRPr sz="1075"/>
            </a:lvl5pPr>
            <a:lvl6pPr marL="2736850" indent="0">
              <a:buNone/>
              <a:defRPr sz="1075"/>
            </a:lvl6pPr>
            <a:lvl7pPr marL="3283585" indent="0">
              <a:buNone/>
              <a:defRPr sz="1075"/>
            </a:lvl7pPr>
            <a:lvl8pPr marL="3830955" indent="0">
              <a:buNone/>
              <a:defRPr sz="1075"/>
            </a:lvl8pPr>
            <a:lvl9pPr marL="4378325" indent="0">
              <a:buNone/>
              <a:defRPr sz="10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0"/>
            <a:ext cx="7680960" cy="595075"/>
          </a:xfrm>
        </p:spPr>
        <p:txBody>
          <a:bodyPr anchor="b"/>
          <a:lstStyle>
            <a:lvl1pPr algn="l">
              <a:defRPr sz="239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/>
          <a:lstStyle>
            <a:lvl1pPr marL="0" indent="0">
              <a:buNone/>
              <a:defRPr sz="3830"/>
            </a:lvl1pPr>
            <a:lvl2pPr marL="547370" indent="0">
              <a:buNone/>
              <a:defRPr sz="3350"/>
            </a:lvl2pPr>
            <a:lvl3pPr marL="1094740" indent="0">
              <a:buNone/>
              <a:defRPr sz="2875"/>
            </a:lvl3pPr>
            <a:lvl4pPr marL="1642110" indent="0">
              <a:buNone/>
              <a:defRPr sz="2395"/>
            </a:lvl4pPr>
            <a:lvl5pPr marL="2189480" indent="0">
              <a:buNone/>
              <a:defRPr sz="2395"/>
            </a:lvl5pPr>
            <a:lvl6pPr marL="2736850" indent="0">
              <a:buNone/>
              <a:defRPr sz="2395"/>
            </a:lvl6pPr>
            <a:lvl7pPr marL="3283585" indent="0">
              <a:buNone/>
              <a:defRPr sz="2395"/>
            </a:lvl7pPr>
            <a:lvl8pPr marL="3830955" indent="0">
              <a:buNone/>
              <a:defRPr sz="2395"/>
            </a:lvl8pPr>
            <a:lvl9pPr marL="4378325" indent="0">
              <a:buNone/>
              <a:defRPr sz="239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04"/>
            <a:ext cx="7680960" cy="845105"/>
          </a:xfrm>
        </p:spPr>
        <p:txBody>
          <a:bodyPr/>
          <a:lstStyle>
            <a:lvl1pPr marL="0" indent="0">
              <a:buNone/>
              <a:defRPr sz="1675"/>
            </a:lvl1pPr>
            <a:lvl2pPr marL="547370" indent="0">
              <a:buNone/>
              <a:defRPr sz="1435"/>
            </a:lvl2pPr>
            <a:lvl3pPr marL="1094740" indent="0">
              <a:buNone/>
              <a:defRPr sz="1195"/>
            </a:lvl3pPr>
            <a:lvl4pPr marL="1642110" indent="0">
              <a:buNone/>
              <a:defRPr sz="1075"/>
            </a:lvl4pPr>
            <a:lvl5pPr marL="2189480" indent="0">
              <a:buNone/>
              <a:defRPr sz="1075"/>
            </a:lvl5pPr>
            <a:lvl6pPr marL="2736850" indent="0">
              <a:buNone/>
              <a:defRPr sz="1075"/>
            </a:lvl6pPr>
            <a:lvl7pPr marL="3283585" indent="0">
              <a:buNone/>
              <a:defRPr sz="1075"/>
            </a:lvl7pPr>
            <a:lvl8pPr marL="3830955" indent="0">
              <a:buNone/>
              <a:defRPr sz="1075"/>
            </a:lvl8pPr>
            <a:lvl9pPr marL="4378325" indent="0">
              <a:buNone/>
              <a:defRPr sz="10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854690" y="253366"/>
            <a:ext cx="3367089" cy="538567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48983" y="253366"/>
            <a:ext cx="9892347" cy="538567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通用页面</a:t>
            </a:r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目录页面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  <a:noFill/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观点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观点</a:t>
            </a:r>
            <a:r>
              <a:rPr lang="en-US" altLang="zh-CN" dirty="0"/>
              <a:t>/</a:t>
            </a:r>
            <a:r>
              <a:rPr lang="zh-CN" altLang="en-US" dirty="0"/>
              <a:t>说明页面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78986"/>
            <a:ext cx="12801600" cy="1255281"/>
          </a:xfrm>
          <a:prstGeom prst="rect">
            <a:avLst/>
          </a:prstGeom>
          <a:noFill/>
        </p:spPr>
        <p:txBody>
          <a:bodyPr lIns="540000" tIns="108000" rIns="540000">
            <a:spAutoFit/>
          </a:bodyPr>
          <a:lstStyle>
            <a:lvl1pPr marL="36004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89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 marL="84010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68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47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内容页面_白色版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内容页面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97282"/>
            <a:ext cx="12801600" cy="1203753"/>
          </a:xfrm>
          <a:prstGeom prst="rect">
            <a:avLst/>
          </a:prstGeom>
          <a:noFill/>
        </p:spPr>
        <p:txBody>
          <a:bodyPr lIns="396000" tIns="144000" rIns="540000" bIns="144000">
            <a:spAutoFit/>
          </a:bodyPr>
          <a:lstStyle>
            <a:lvl1pPr>
              <a:lnSpc>
                <a:spcPct val="120000"/>
              </a:lnSpc>
              <a:defRPr sz="147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>
              <a:lnSpc>
                <a:spcPct val="120000"/>
              </a:lnSpc>
              <a:defRPr sz="126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defRPr sz="1155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附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altLang="zh-CN" dirty="0"/>
              <a:t>Appendix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pattFill prst="open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0110" y="172261"/>
            <a:ext cx="11041380" cy="696754"/>
          </a:xfrm>
        </p:spPr>
        <p:txBody>
          <a:bodyPr>
            <a:normAutofit/>
          </a:bodyPr>
          <a:lstStyle>
            <a:lvl1pPr algn="ctr">
              <a:defRPr sz="3920" b="1">
                <a:solidFill>
                  <a:srgbClr val="445D73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30"/>
            <a:ext cx="11521440" cy="5443200"/>
          </a:xfrm>
          <a:prstGeom prst="rect">
            <a:avLst/>
          </a:prstGeom>
        </p:spPr>
        <p:txBody>
          <a:bodyPr lIns="76179" tIns="38089" rIns="76179" bIns="38089"/>
          <a:lstStyle>
            <a:lvl1pPr>
              <a:defRPr sz="2015">
                <a:latin typeface="+mj-ea"/>
                <a:ea typeface="+mj-ea"/>
              </a:defRPr>
            </a:lvl1pPr>
            <a:lvl2pPr>
              <a:defRPr sz="2015">
                <a:latin typeface="+mj-ea"/>
                <a:ea typeface="+mj-ea"/>
              </a:defRPr>
            </a:lvl2pPr>
            <a:lvl3pPr>
              <a:defRPr sz="1765">
                <a:latin typeface="+mj-ea"/>
                <a:ea typeface="+mj-ea"/>
              </a:defRPr>
            </a:lvl3pPr>
            <a:lvl4pPr>
              <a:defRPr sz="1765">
                <a:latin typeface="+mj-ea"/>
                <a:ea typeface="+mj-ea"/>
              </a:defRPr>
            </a:lvl4pPr>
            <a:lvl5pPr>
              <a:defRPr sz="1765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Rectangle 9"/>
          <p:cNvSpPr txBox="1">
            <a:spLocks noChangeArrowheads="1"/>
          </p:cNvSpPr>
          <p:nvPr userDrawn="1"/>
        </p:nvSpPr>
        <p:spPr>
          <a:xfrm>
            <a:off x="9829286" y="6868736"/>
            <a:ext cx="2985760" cy="501431"/>
          </a:xfrm>
          <a:prstGeom prst="rect">
            <a:avLst/>
          </a:prstGeom>
        </p:spPr>
        <p:txBody>
          <a:bodyPr lIns="95986" tIns="47992" rIns="95986" bIns="47992"/>
          <a:lstStyle>
            <a:lvl1pPr>
              <a:defRPr/>
            </a:lvl1pPr>
          </a:lstStyle>
          <a:p>
            <a:pPr algn="r" defTabSz="960120">
              <a:defRPr/>
            </a:pPr>
            <a:endParaRPr lang="en-US" altLang="zh-CN" sz="151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40081" y="288370"/>
            <a:ext cx="11521440" cy="611725"/>
          </a:xfrm>
          <a:prstGeom prst="rect">
            <a:avLst/>
          </a:prstGeom>
        </p:spPr>
        <p:txBody>
          <a:bodyPr lIns="91429" tIns="45715" rIns="91429" bIns="45715" anchor="ctr" anchorCtr="0"/>
          <a:lstStyle>
            <a:lvl1pPr algn="l">
              <a:defRPr sz="3025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</a:ln>
          <a:effectLst/>
        </p:spPr>
        <p:txBody>
          <a:bodyPr lIns="115201" tIns="57601" rIns="115201" bIns="57601"/>
          <a:lstStyle/>
          <a:p>
            <a:pPr defTabSz="115189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7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790965"/>
            <a:ext cx="8885863" cy="334169"/>
          </a:xfrm>
          <a:prstGeom prst="rect">
            <a:avLst/>
          </a:prstGeom>
        </p:spPr>
        <p:txBody>
          <a:bodyPr lIns="76179" tIns="38089" rIns="76179" bIns="38089" anchor="ctr"/>
          <a:lstStyle>
            <a:lvl1pPr marL="0" indent="0">
              <a:buNone/>
              <a:defRPr kumimoji="0" lang="zh-CN" altLang="en-US" sz="126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/>
          <p:cNvSpPr>
            <a:spLocks noChangeArrowheads="1"/>
          </p:cNvSpPr>
          <p:nvPr userDrawn="1"/>
        </p:nvSpPr>
        <p:spPr bwMode="auto">
          <a:xfrm>
            <a:off x="1" y="0"/>
            <a:ext cx="12801600" cy="102976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70">
              <a:solidFill>
                <a:prstClr val="black"/>
              </a:solidFill>
              <a:latin typeface="Arial" panose="020B0604020202020204"/>
              <a:ea typeface="宋体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 userDrawn="1">
            <p:ph type="title" idx="4294967295"/>
          </p:nvPr>
        </p:nvSpPr>
        <p:spPr>
          <a:xfrm>
            <a:off x="90" y="-28752"/>
            <a:ext cx="9899769" cy="756084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algn="l"/>
            <a:endParaRPr lang="zh-CN" altLang="en-US" sz="353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29"/>
            <a:ext cx="11521440" cy="5661285"/>
          </a:xfrm>
          <a:prstGeom prst="rect">
            <a:avLst/>
          </a:prstGeom>
        </p:spPr>
        <p:txBody>
          <a:bodyPr lIns="91429" tIns="45715" rIns="91429" bIns="45715"/>
          <a:lstStyle>
            <a:lvl1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204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815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59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36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245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</a:ln>
          <a:effectLst/>
        </p:spPr>
        <p:txBody>
          <a:bodyPr lIns="103680" tIns="51842" rIns="103680" bIns="51842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4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824877"/>
            <a:ext cx="6200775" cy="288036"/>
          </a:xfrm>
          <a:prstGeom prst="rect">
            <a:avLst/>
          </a:prstGeom>
        </p:spPr>
        <p:txBody>
          <a:bodyPr lIns="76179" tIns="38089" rIns="76179" bIns="38089" anchor="ctr"/>
          <a:lstStyle>
            <a:lvl1pPr>
              <a:buNone/>
              <a:defRPr kumimoji="0" lang="zh-CN" altLang="en-US" sz="1135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40080" y="250032"/>
            <a:ext cx="11506958" cy="505064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通用页面</a:t>
            </a:r>
          </a:p>
        </p:txBody>
      </p: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目录页面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  <a:noFill/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观点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观点</a:t>
            </a:r>
            <a:r>
              <a:rPr lang="en-US" altLang="zh-CN" dirty="0"/>
              <a:t>/</a:t>
            </a:r>
            <a:r>
              <a:rPr lang="zh-CN" altLang="en-US" dirty="0"/>
              <a:t>说明页面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78986"/>
            <a:ext cx="12801600" cy="1255281"/>
          </a:xfrm>
          <a:prstGeom prst="rect">
            <a:avLst/>
          </a:prstGeom>
          <a:noFill/>
        </p:spPr>
        <p:txBody>
          <a:bodyPr lIns="540000" tIns="108000" rIns="540000">
            <a:spAutoFit/>
          </a:bodyPr>
          <a:lstStyle>
            <a:lvl1pPr marL="36004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89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 marL="84010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68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47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内容页面_白色版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内容页面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97282"/>
            <a:ext cx="12801600" cy="1203753"/>
          </a:xfrm>
          <a:prstGeom prst="rect">
            <a:avLst/>
          </a:prstGeom>
          <a:noFill/>
        </p:spPr>
        <p:txBody>
          <a:bodyPr lIns="396000" tIns="144000" rIns="540000" bIns="144000">
            <a:spAutoFit/>
          </a:bodyPr>
          <a:lstStyle>
            <a:lvl1pPr>
              <a:lnSpc>
                <a:spcPct val="120000"/>
              </a:lnSpc>
              <a:defRPr sz="147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>
              <a:lnSpc>
                <a:spcPct val="120000"/>
              </a:lnSpc>
              <a:defRPr sz="126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defRPr sz="1155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附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altLang="zh-CN" dirty="0"/>
              <a:t>Appendix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pattFill prst="open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0110" y="172261"/>
            <a:ext cx="11041380" cy="696754"/>
          </a:xfrm>
        </p:spPr>
        <p:txBody>
          <a:bodyPr>
            <a:normAutofit/>
          </a:bodyPr>
          <a:lstStyle>
            <a:lvl1pPr algn="ctr">
              <a:defRPr sz="3920" b="1">
                <a:solidFill>
                  <a:srgbClr val="445D73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30"/>
            <a:ext cx="11521440" cy="5443200"/>
          </a:xfrm>
          <a:prstGeom prst="rect">
            <a:avLst/>
          </a:prstGeom>
        </p:spPr>
        <p:txBody>
          <a:bodyPr lIns="76179" tIns="38089" rIns="76179" bIns="38089"/>
          <a:lstStyle>
            <a:lvl1pPr>
              <a:defRPr sz="2015">
                <a:latin typeface="+mj-ea"/>
                <a:ea typeface="+mj-ea"/>
              </a:defRPr>
            </a:lvl1pPr>
            <a:lvl2pPr>
              <a:defRPr sz="2015">
                <a:latin typeface="+mj-ea"/>
                <a:ea typeface="+mj-ea"/>
              </a:defRPr>
            </a:lvl2pPr>
            <a:lvl3pPr>
              <a:defRPr sz="1765">
                <a:latin typeface="+mj-ea"/>
                <a:ea typeface="+mj-ea"/>
              </a:defRPr>
            </a:lvl3pPr>
            <a:lvl4pPr>
              <a:defRPr sz="1765">
                <a:latin typeface="+mj-ea"/>
                <a:ea typeface="+mj-ea"/>
              </a:defRPr>
            </a:lvl4pPr>
            <a:lvl5pPr>
              <a:defRPr sz="1765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Rectangle 9"/>
          <p:cNvSpPr txBox="1">
            <a:spLocks noChangeArrowheads="1"/>
          </p:cNvSpPr>
          <p:nvPr userDrawn="1"/>
        </p:nvSpPr>
        <p:spPr>
          <a:xfrm>
            <a:off x="9829286" y="6868736"/>
            <a:ext cx="2985760" cy="501431"/>
          </a:xfrm>
          <a:prstGeom prst="rect">
            <a:avLst/>
          </a:prstGeom>
        </p:spPr>
        <p:txBody>
          <a:bodyPr lIns="95986" tIns="47992" rIns="95986" bIns="47992"/>
          <a:lstStyle>
            <a:lvl1pPr>
              <a:defRPr/>
            </a:lvl1pPr>
          </a:lstStyle>
          <a:p>
            <a:pPr algn="r" defTabSz="960120">
              <a:defRPr/>
            </a:pPr>
            <a:endParaRPr lang="en-US" altLang="zh-CN" sz="151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40081" y="288370"/>
            <a:ext cx="11521440" cy="611725"/>
          </a:xfrm>
          <a:prstGeom prst="rect">
            <a:avLst/>
          </a:prstGeom>
        </p:spPr>
        <p:txBody>
          <a:bodyPr lIns="91429" tIns="45715" rIns="91429" bIns="45715" anchor="ctr" anchorCtr="0"/>
          <a:lstStyle>
            <a:lvl1pPr algn="l">
              <a:defRPr sz="3025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</a:ln>
          <a:effectLst/>
        </p:spPr>
        <p:txBody>
          <a:bodyPr lIns="115201" tIns="57601" rIns="115201" bIns="57601"/>
          <a:lstStyle/>
          <a:p>
            <a:pPr defTabSz="115189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7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790965"/>
            <a:ext cx="8885863" cy="334169"/>
          </a:xfrm>
          <a:prstGeom prst="rect">
            <a:avLst/>
          </a:prstGeom>
        </p:spPr>
        <p:txBody>
          <a:bodyPr lIns="76179" tIns="38089" rIns="76179" bIns="38089" anchor="ctr"/>
          <a:lstStyle>
            <a:lvl1pPr marL="0" indent="0">
              <a:buNone/>
              <a:defRPr kumimoji="0" lang="zh-CN" altLang="en-US" sz="126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/>
          <p:cNvSpPr>
            <a:spLocks noChangeArrowheads="1"/>
          </p:cNvSpPr>
          <p:nvPr userDrawn="1"/>
        </p:nvSpPr>
        <p:spPr bwMode="auto">
          <a:xfrm>
            <a:off x="1" y="0"/>
            <a:ext cx="12801600" cy="102976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70">
              <a:solidFill>
                <a:prstClr val="black"/>
              </a:solidFill>
              <a:latin typeface="Arial" panose="020B0604020202020204"/>
              <a:ea typeface="宋体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 userDrawn="1">
            <p:ph type="title" idx="4294967295"/>
          </p:nvPr>
        </p:nvSpPr>
        <p:spPr>
          <a:xfrm>
            <a:off x="90" y="-28752"/>
            <a:ext cx="9899769" cy="756084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algn="l"/>
            <a:endParaRPr lang="zh-CN" altLang="en-US" sz="353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29"/>
            <a:ext cx="11521440" cy="5661285"/>
          </a:xfrm>
          <a:prstGeom prst="rect">
            <a:avLst/>
          </a:prstGeom>
        </p:spPr>
        <p:txBody>
          <a:bodyPr lIns="91429" tIns="45715" rIns="91429" bIns="45715"/>
          <a:lstStyle>
            <a:lvl1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204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815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59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36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245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</a:ln>
          <a:effectLst/>
        </p:spPr>
        <p:txBody>
          <a:bodyPr lIns="103680" tIns="51842" rIns="103680" bIns="51842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4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824877"/>
            <a:ext cx="6200775" cy="288036"/>
          </a:xfrm>
          <a:prstGeom prst="rect">
            <a:avLst/>
          </a:prstGeom>
        </p:spPr>
        <p:txBody>
          <a:bodyPr lIns="76179" tIns="38089" rIns="76179" bIns="38089" anchor="ctr"/>
          <a:lstStyle>
            <a:lvl1pPr>
              <a:buNone/>
              <a:defRPr kumimoji="0" lang="zh-CN" altLang="en-US" sz="1135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40080" y="250032"/>
            <a:ext cx="11506958" cy="505064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通用页面</a:t>
            </a:r>
          </a:p>
        </p:txBody>
      </p:sp>
    </p:spTree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目录页面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  <a:noFill/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观点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观点</a:t>
            </a:r>
            <a:r>
              <a:rPr lang="en-US" altLang="zh-CN" dirty="0"/>
              <a:t>/</a:t>
            </a:r>
            <a:r>
              <a:rPr lang="zh-CN" altLang="en-US" dirty="0"/>
              <a:t>说明页面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78986"/>
            <a:ext cx="12801600" cy="1255281"/>
          </a:xfrm>
          <a:prstGeom prst="rect">
            <a:avLst/>
          </a:prstGeom>
          <a:noFill/>
        </p:spPr>
        <p:txBody>
          <a:bodyPr lIns="540000" tIns="108000" rIns="540000">
            <a:spAutoFit/>
          </a:bodyPr>
          <a:lstStyle>
            <a:lvl1pPr marL="36004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89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 marL="84010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68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47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内容页面_白色版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内容页面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97282"/>
            <a:ext cx="12801600" cy="1143418"/>
          </a:xfrm>
          <a:prstGeom prst="rect">
            <a:avLst/>
          </a:prstGeom>
          <a:noFill/>
        </p:spPr>
        <p:txBody>
          <a:bodyPr lIns="396000" tIns="144000" rIns="540000" bIns="144000">
            <a:spAutoFit/>
          </a:bodyPr>
          <a:lstStyle>
            <a:lvl1pPr>
              <a:lnSpc>
                <a:spcPct val="120000"/>
              </a:lnSpc>
              <a:defRPr sz="147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>
              <a:lnSpc>
                <a:spcPct val="120000"/>
              </a:lnSpc>
              <a:defRPr sz="126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defRPr sz="1155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附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altLang="zh-CN" dirty="0"/>
              <a:t>Appendix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pattFill prst="open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0110" y="172261"/>
            <a:ext cx="11041380" cy="696754"/>
          </a:xfrm>
        </p:spPr>
        <p:txBody>
          <a:bodyPr>
            <a:normAutofit/>
          </a:bodyPr>
          <a:lstStyle>
            <a:lvl1pPr algn="ctr">
              <a:defRPr sz="3920" b="1">
                <a:solidFill>
                  <a:srgbClr val="445D73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30"/>
            <a:ext cx="11521440" cy="5443200"/>
          </a:xfrm>
          <a:prstGeom prst="rect">
            <a:avLst/>
          </a:prstGeom>
        </p:spPr>
        <p:txBody>
          <a:bodyPr lIns="76179" tIns="38089" rIns="76179" bIns="38089"/>
          <a:lstStyle>
            <a:lvl1pPr>
              <a:defRPr sz="2015">
                <a:latin typeface="+mj-ea"/>
                <a:ea typeface="+mj-ea"/>
              </a:defRPr>
            </a:lvl1pPr>
            <a:lvl2pPr>
              <a:defRPr sz="2015">
                <a:latin typeface="+mj-ea"/>
                <a:ea typeface="+mj-ea"/>
              </a:defRPr>
            </a:lvl2pPr>
            <a:lvl3pPr>
              <a:defRPr sz="1765">
                <a:latin typeface="+mj-ea"/>
                <a:ea typeface="+mj-ea"/>
              </a:defRPr>
            </a:lvl3pPr>
            <a:lvl4pPr>
              <a:defRPr sz="1765">
                <a:latin typeface="+mj-ea"/>
                <a:ea typeface="+mj-ea"/>
              </a:defRPr>
            </a:lvl4pPr>
            <a:lvl5pPr>
              <a:defRPr sz="1765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Rectangle 9"/>
          <p:cNvSpPr txBox="1">
            <a:spLocks noChangeArrowheads="1"/>
          </p:cNvSpPr>
          <p:nvPr userDrawn="1"/>
        </p:nvSpPr>
        <p:spPr>
          <a:xfrm>
            <a:off x="9829286" y="6868736"/>
            <a:ext cx="2985760" cy="501431"/>
          </a:xfrm>
          <a:prstGeom prst="rect">
            <a:avLst/>
          </a:prstGeom>
        </p:spPr>
        <p:txBody>
          <a:bodyPr lIns="95986" tIns="47992" rIns="95986" bIns="47992"/>
          <a:lstStyle>
            <a:lvl1pPr>
              <a:defRPr/>
            </a:lvl1pPr>
          </a:lstStyle>
          <a:p>
            <a:pPr algn="r" defTabSz="96012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51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40081" y="288370"/>
            <a:ext cx="11521440" cy="611725"/>
          </a:xfrm>
          <a:prstGeom prst="rect">
            <a:avLst/>
          </a:prstGeom>
        </p:spPr>
        <p:txBody>
          <a:bodyPr lIns="91429" tIns="45715" rIns="91429" bIns="45715" anchor="ctr" anchorCtr="0"/>
          <a:lstStyle>
            <a:lvl1pPr algn="l">
              <a:defRPr sz="3025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</a:ln>
          <a:effectLst/>
        </p:spPr>
        <p:txBody>
          <a:bodyPr lIns="115201" tIns="57601" rIns="115201" bIns="57601"/>
          <a:lstStyle/>
          <a:p>
            <a:pPr defTabSz="1151890">
              <a:defRPr/>
            </a:pPr>
            <a:endParaRPr lang="zh-CN" altLang="en-US" sz="227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790965"/>
            <a:ext cx="8885863" cy="334169"/>
          </a:xfrm>
          <a:prstGeom prst="rect">
            <a:avLst/>
          </a:prstGeom>
        </p:spPr>
        <p:txBody>
          <a:bodyPr lIns="76179" tIns="38089" rIns="76179" bIns="38089" anchor="ctr"/>
          <a:lstStyle>
            <a:lvl1pPr marL="0" indent="0">
              <a:buNone/>
              <a:defRPr kumimoji="0" lang="zh-CN" altLang="en-US" sz="126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/>
          <p:cNvSpPr>
            <a:spLocks noChangeArrowheads="1"/>
          </p:cNvSpPr>
          <p:nvPr userDrawn="1"/>
        </p:nvSpPr>
        <p:spPr bwMode="auto">
          <a:xfrm>
            <a:off x="1" y="0"/>
            <a:ext cx="12801600" cy="102976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2270">
              <a:solidFill>
                <a:prstClr val="black"/>
              </a:solidFill>
              <a:ea typeface="宋体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 userDrawn="1">
            <p:ph type="title" idx="4294967295"/>
          </p:nvPr>
        </p:nvSpPr>
        <p:spPr>
          <a:xfrm>
            <a:off x="90" y="-28752"/>
            <a:ext cx="9899769" cy="756084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algn="l"/>
            <a:endParaRPr lang="zh-CN" altLang="en-US" sz="353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29"/>
            <a:ext cx="11521440" cy="5661285"/>
          </a:xfrm>
          <a:prstGeom prst="rect">
            <a:avLst/>
          </a:prstGeom>
        </p:spPr>
        <p:txBody>
          <a:bodyPr lIns="91429" tIns="45715" rIns="91429" bIns="45715"/>
          <a:lstStyle>
            <a:lvl1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204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815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59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36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245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</a:ln>
          <a:effectLst/>
        </p:spPr>
        <p:txBody>
          <a:bodyPr lIns="103680" tIns="51842" rIns="103680" bIns="51842"/>
          <a:lstStyle/>
          <a:p>
            <a:pPr>
              <a:defRPr/>
            </a:pPr>
            <a:endParaRPr lang="zh-CN" altLang="en-US" sz="204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824877"/>
            <a:ext cx="6200775" cy="288036"/>
          </a:xfrm>
          <a:prstGeom prst="rect">
            <a:avLst/>
          </a:prstGeom>
        </p:spPr>
        <p:txBody>
          <a:bodyPr lIns="76179" tIns="38089" rIns="76179" bIns="38089" anchor="ctr"/>
          <a:lstStyle>
            <a:lvl1pPr>
              <a:buNone/>
              <a:defRPr kumimoji="0" lang="zh-CN" altLang="en-US" sz="1135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40080" y="250032"/>
            <a:ext cx="11506958" cy="505064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22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6.emf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oleObject" Target="../embeddings/oleObject2.bin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32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image" Target="../media/image6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oleObject" Target="../embeddings/oleObject3.bin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ags" Target="../tags/tag3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42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image" Target="../media/image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6441" y="6552778"/>
            <a:ext cx="4053840" cy="3844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1301" tIns="55650" rIns="111301" bIns="55650" numCol="1" anchor="ctr" anchorCtr="0" compatLnSpc="1"/>
          <a:lstStyle>
            <a:lvl1pPr algn="ct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endParaRPr lang="zh-CN" dirty="0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75643" y="6552778"/>
            <a:ext cx="875799" cy="3844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1301" tIns="55650" rIns="111301" bIns="55650" numCol="1" anchor="ctr" anchorCtr="0" compatLnSpc="1"/>
          <a:lstStyle>
            <a:lvl1pPr algn="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fld id="{EF001FE3-3C56-4123-9DE4-EF0781CB24B0}" type="slidenum">
              <a:rPr lang="en-US" altLang="zh-CN"/>
              <a:t>‹#›</a:t>
            </a:fld>
            <a:endParaRPr lang="zh-CN"/>
          </a:p>
        </p:txBody>
      </p:sp>
      <p:grpSp>
        <p:nvGrpSpPr>
          <p:cNvPr id="2" name="组合 9"/>
          <p:cNvGrpSpPr/>
          <p:nvPr/>
        </p:nvGrpSpPr>
        <p:grpSpPr>
          <a:xfrm>
            <a:off x="1" y="7000882"/>
            <a:ext cx="12801600" cy="200025"/>
            <a:chOff x="0" y="7000875"/>
            <a:chExt cx="10190163" cy="200025"/>
          </a:xfrm>
        </p:grpSpPr>
        <p:sp>
          <p:nvSpPr>
            <p:cNvPr id="1034" name="Rectangle 83"/>
            <p:cNvSpPr>
              <a:spLocks noChangeArrowheads="1"/>
            </p:cNvSpPr>
            <p:nvPr/>
          </p:nvSpPr>
          <p:spPr bwMode="auto">
            <a:xfrm>
              <a:off x="3393183" y="7000875"/>
              <a:ext cx="6796980" cy="20002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  <p:sp>
          <p:nvSpPr>
            <p:cNvPr id="1035" name="Rectangle 84"/>
            <p:cNvSpPr>
              <a:spLocks noChangeArrowheads="1"/>
            </p:cNvSpPr>
            <p:nvPr/>
          </p:nvSpPr>
          <p:spPr bwMode="auto">
            <a:xfrm>
              <a:off x="0" y="7000875"/>
              <a:ext cx="5094000" cy="20002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556260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113155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669415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225675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17195" indent="-41719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900">
          <a:solidFill>
            <a:schemeClr val="tx1"/>
          </a:solidFill>
          <a:latin typeface="+mn-lt"/>
          <a:ea typeface="+mn-ea"/>
          <a:cs typeface="+mn-cs"/>
        </a:defRPr>
      </a:lvl1pPr>
      <a:lvl2pPr marL="904240" indent="-34798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400">
          <a:solidFill>
            <a:schemeClr val="tx1"/>
          </a:solidFill>
          <a:latin typeface="+mn-lt"/>
          <a:ea typeface="+mn-ea"/>
        </a:defRPr>
      </a:lvl2pPr>
      <a:lvl3pPr marL="139128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>
          <a:solidFill>
            <a:schemeClr val="tx1"/>
          </a:solidFill>
          <a:latin typeface="+mn-lt"/>
          <a:ea typeface="+mn-ea"/>
        </a:defRPr>
      </a:lvl3pPr>
      <a:lvl4pPr marL="194754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504440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3060700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616960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417385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73011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26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315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6941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567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257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3883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509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198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6441" y="6552778"/>
            <a:ext cx="4053840" cy="3844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1301" tIns="55650" rIns="111301" bIns="55650" numCol="1" anchor="ctr" anchorCtr="0" compatLnSpc="1"/>
          <a:lstStyle>
            <a:lvl1pPr algn="ct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endParaRPr lang="zh-CN" dirty="0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75643" y="6552778"/>
            <a:ext cx="875799" cy="3844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1301" tIns="55650" rIns="111301" bIns="55650" numCol="1" anchor="ctr" anchorCtr="0" compatLnSpc="1"/>
          <a:lstStyle>
            <a:lvl1pPr algn="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fld id="{EF001FE3-3C56-4123-9DE4-EF0781CB24B0}" type="slidenum">
              <a:rPr lang="en-US" altLang="zh-CN"/>
              <a:t>‹#›</a:t>
            </a:fld>
            <a:endParaRPr lang="zh-CN"/>
          </a:p>
        </p:txBody>
      </p:sp>
      <p:grpSp>
        <p:nvGrpSpPr>
          <p:cNvPr id="2" name="组合 9"/>
          <p:cNvGrpSpPr/>
          <p:nvPr/>
        </p:nvGrpSpPr>
        <p:grpSpPr>
          <a:xfrm>
            <a:off x="1" y="7000882"/>
            <a:ext cx="12801600" cy="200025"/>
            <a:chOff x="0" y="7000875"/>
            <a:chExt cx="10190163" cy="200025"/>
          </a:xfrm>
        </p:grpSpPr>
        <p:sp>
          <p:nvSpPr>
            <p:cNvPr id="1034" name="Rectangle 83"/>
            <p:cNvSpPr>
              <a:spLocks noChangeArrowheads="1"/>
            </p:cNvSpPr>
            <p:nvPr/>
          </p:nvSpPr>
          <p:spPr bwMode="auto">
            <a:xfrm>
              <a:off x="3393183" y="7000875"/>
              <a:ext cx="6796980" cy="20002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  <p:sp>
          <p:nvSpPr>
            <p:cNvPr id="1035" name="Rectangle 84"/>
            <p:cNvSpPr>
              <a:spLocks noChangeArrowheads="1"/>
            </p:cNvSpPr>
            <p:nvPr/>
          </p:nvSpPr>
          <p:spPr bwMode="auto">
            <a:xfrm>
              <a:off x="0" y="7000875"/>
              <a:ext cx="5094000" cy="20002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556260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113155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669415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225675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17195" indent="-41719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900">
          <a:solidFill>
            <a:schemeClr val="tx1"/>
          </a:solidFill>
          <a:latin typeface="+mn-lt"/>
          <a:ea typeface="+mn-ea"/>
          <a:cs typeface="+mn-cs"/>
        </a:defRPr>
      </a:lvl1pPr>
      <a:lvl2pPr marL="904240" indent="-34798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400">
          <a:solidFill>
            <a:schemeClr val="tx1"/>
          </a:solidFill>
          <a:latin typeface="+mn-lt"/>
          <a:ea typeface="+mn-ea"/>
        </a:defRPr>
      </a:lvl2pPr>
      <a:lvl3pPr marL="139128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>
          <a:solidFill>
            <a:schemeClr val="tx1"/>
          </a:solidFill>
          <a:latin typeface="+mn-lt"/>
          <a:ea typeface="+mn-ea"/>
        </a:defRPr>
      </a:lvl3pPr>
      <a:lvl4pPr marL="194754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504440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3060700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616960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417385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73011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26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315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6941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567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257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3883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509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198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6441" y="6552778"/>
            <a:ext cx="4053840" cy="3844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1301" tIns="55650" rIns="111301" bIns="55650" numCol="1" anchor="ctr" anchorCtr="0" compatLnSpc="1"/>
          <a:lstStyle>
            <a:lvl1pPr algn="ct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endParaRPr lang="zh-CN" dirty="0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75639" y="6552778"/>
            <a:ext cx="875799" cy="3844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1301" tIns="55650" rIns="111301" bIns="55650" numCol="1" anchor="ctr" anchorCtr="0" compatLnSpc="1"/>
          <a:lstStyle>
            <a:lvl1pPr algn="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fld id="{EF001FE3-3C56-4123-9DE4-EF0781CB24B0}" type="slidenum">
              <a:rPr lang="en-US" altLang="zh-CN"/>
              <a:t>‹#›</a:t>
            </a:fld>
            <a:endParaRPr lang="zh-CN"/>
          </a:p>
        </p:txBody>
      </p:sp>
      <p:grpSp>
        <p:nvGrpSpPr>
          <p:cNvPr id="2" name="组合 9"/>
          <p:cNvGrpSpPr/>
          <p:nvPr/>
        </p:nvGrpSpPr>
        <p:grpSpPr>
          <a:xfrm>
            <a:off x="1" y="7000876"/>
            <a:ext cx="12801600" cy="200025"/>
            <a:chOff x="0" y="7000875"/>
            <a:chExt cx="10190163" cy="200025"/>
          </a:xfrm>
        </p:grpSpPr>
        <p:sp>
          <p:nvSpPr>
            <p:cNvPr id="1034" name="Rectangle 83"/>
            <p:cNvSpPr>
              <a:spLocks noChangeArrowheads="1"/>
            </p:cNvSpPr>
            <p:nvPr/>
          </p:nvSpPr>
          <p:spPr bwMode="auto">
            <a:xfrm>
              <a:off x="3393183" y="7000875"/>
              <a:ext cx="6796980" cy="20002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  <p:sp>
          <p:nvSpPr>
            <p:cNvPr id="1035" name="Rectangle 84"/>
            <p:cNvSpPr>
              <a:spLocks noChangeArrowheads="1"/>
            </p:cNvSpPr>
            <p:nvPr/>
          </p:nvSpPr>
          <p:spPr bwMode="auto">
            <a:xfrm>
              <a:off x="0" y="7000875"/>
              <a:ext cx="5094000" cy="20002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ransition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556260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113155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669415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226310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17195" indent="-41719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900">
          <a:solidFill>
            <a:schemeClr val="tx1"/>
          </a:solidFill>
          <a:latin typeface="+mn-lt"/>
          <a:ea typeface="+mn-ea"/>
          <a:cs typeface="+mn-cs"/>
        </a:defRPr>
      </a:lvl1pPr>
      <a:lvl2pPr marL="904240" indent="-34798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400">
          <a:solidFill>
            <a:schemeClr val="tx1"/>
          </a:solidFill>
          <a:latin typeface="+mn-lt"/>
          <a:ea typeface="+mn-ea"/>
        </a:defRPr>
      </a:lvl2pPr>
      <a:lvl3pPr marL="139128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>
          <a:solidFill>
            <a:schemeClr val="tx1"/>
          </a:solidFill>
          <a:latin typeface="+mn-lt"/>
          <a:ea typeface="+mn-ea"/>
        </a:defRPr>
      </a:lvl3pPr>
      <a:lvl4pPr marL="194754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504440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3060700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616960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417385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73011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26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315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6941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631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257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3883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572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198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40080" y="288370"/>
            <a:ext cx="11521440" cy="1200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0" y="1680210"/>
            <a:ext cx="11521440" cy="4752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0081" y="6674168"/>
            <a:ext cx="298704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2B70F-DF10-4336-ADCF-617C02561E3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881" y="6674168"/>
            <a:ext cx="405384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74480" y="6674168"/>
            <a:ext cx="298704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52700" y="6532946"/>
            <a:ext cx="11896201" cy="5476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txStyles>
    <p:titleStyle>
      <a:lvl1pPr algn="ctr" defTabSz="1094740" rtl="0" eaLnBrk="1" latinLnBrk="0" hangingPunct="1">
        <a:spcBef>
          <a:spcPct val="0"/>
        </a:spcBef>
        <a:buNone/>
        <a:defRPr sz="52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0210" indent="-410210" algn="l" defTabSz="1094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0" kern="1200">
          <a:solidFill>
            <a:schemeClr val="tx1"/>
          </a:solidFill>
          <a:latin typeface="+mn-lt"/>
          <a:ea typeface="+mn-ea"/>
          <a:cs typeface="+mn-cs"/>
        </a:defRPr>
      </a:lvl1pPr>
      <a:lvl2pPr marL="889635" indent="-342265" algn="l" defTabSz="1094740" rtl="0" eaLnBrk="1" latinLnBrk="0" hangingPunct="1">
        <a:spcBef>
          <a:spcPct val="20000"/>
        </a:spcBef>
        <a:buFont typeface="Arial" panose="020B0604020202020204" pitchFamily="34" charset="0"/>
        <a:buChar char="–"/>
        <a:defRPr sz="3350" kern="1200">
          <a:solidFill>
            <a:schemeClr val="tx1"/>
          </a:solidFill>
          <a:latin typeface="+mn-lt"/>
          <a:ea typeface="+mn-ea"/>
          <a:cs typeface="+mn-cs"/>
        </a:defRPr>
      </a:lvl2pPr>
      <a:lvl3pPr marL="1368425" indent="-273685" algn="l" defTabSz="1094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75" kern="1200">
          <a:solidFill>
            <a:schemeClr val="tx1"/>
          </a:solidFill>
          <a:latin typeface="+mn-lt"/>
          <a:ea typeface="+mn-ea"/>
          <a:cs typeface="+mn-cs"/>
        </a:defRPr>
      </a:lvl3pPr>
      <a:lvl4pPr marL="1915795" indent="-273685" algn="l" defTabSz="1094740" rtl="0" eaLnBrk="1" latinLnBrk="0" hangingPunct="1">
        <a:spcBef>
          <a:spcPct val="20000"/>
        </a:spcBef>
        <a:buFont typeface="Arial" panose="020B0604020202020204" pitchFamily="34" charset="0"/>
        <a:buChar char="–"/>
        <a:defRPr sz="2395" kern="1200">
          <a:solidFill>
            <a:schemeClr val="tx1"/>
          </a:solidFill>
          <a:latin typeface="+mn-lt"/>
          <a:ea typeface="+mn-ea"/>
          <a:cs typeface="+mn-cs"/>
        </a:defRPr>
      </a:lvl4pPr>
      <a:lvl5pPr marL="2463165" indent="-273685" algn="l" defTabSz="1094740" rtl="0" eaLnBrk="1" latinLnBrk="0" hangingPunct="1">
        <a:spcBef>
          <a:spcPct val="20000"/>
        </a:spcBef>
        <a:buFont typeface="Arial" panose="020B0604020202020204" pitchFamily="34" charset="0"/>
        <a:buChar char="»"/>
        <a:defRPr sz="2395" kern="1200">
          <a:solidFill>
            <a:schemeClr val="tx1"/>
          </a:solidFill>
          <a:latin typeface="+mn-lt"/>
          <a:ea typeface="+mn-ea"/>
          <a:cs typeface="+mn-cs"/>
        </a:defRPr>
      </a:lvl5pPr>
      <a:lvl6pPr marL="3010535" indent="-273685" algn="l" defTabSz="1094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6pPr>
      <a:lvl7pPr marL="3557270" indent="-273685" algn="l" defTabSz="1094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7pPr>
      <a:lvl8pPr marL="4104640" indent="-273685" algn="l" defTabSz="1094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8pPr>
      <a:lvl9pPr marL="4652010" indent="-273685" algn="l" defTabSz="1094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1pPr>
      <a:lvl2pPr marL="54737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2pPr>
      <a:lvl3pPr marL="109474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3pPr>
      <a:lvl4pPr marL="164211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4pPr>
      <a:lvl5pPr marL="218948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5pPr>
      <a:lvl6pPr marL="273685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6pPr>
      <a:lvl7pPr marL="328358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7pPr>
      <a:lvl8pPr marL="383095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8pPr>
      <a:lvl9pPr marL="437832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1668" y="1668"/>
          <a:ext cx="1666" cy="1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0" imgH="0" progId="TCLayout.ActiveDocument.1">
                  <p:embed/>
                </p:oleObj>
              </mc:Choice>
              <mc:Fallback>
                <p:oleObj name="think-cell Slide" r:id="rId13" imgW="0" imgH="0" progId="TCLayout.ActiveDocument.1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68" y="1668"/>
                        <a:ext cx="1666" cy="1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 userDrawn="1"/>
        </p:nvSpPr>
        <p:spPr>
          <a:xfrm>
            <a:off x="0" y="0"/>
            <a:ext cx="12801600" cy="6482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2100">
              <a:solidFill>
                <a:prstClr val="white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02400" y="-131296"/>
            <a:ext cx="11316830" cy="982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 descr="http://su.bdimg.com/static/skin/img/logo_white.png"/>
          <p:cNvPicPr>
            <a:picLocks noChangeAspect="1" noChangeArrowheads="1"/>
          </p:cNvPicPr>
          <p:nvPr userDrawn="1"/>
        </p:nvPicPr>
        <p:blipFill>
          <a:blip r:embed="rId15" cstate="email"/>
          <a:srcRect/>
          <a:stretch>
            <a:fillRect/>
          </a:stretch>
        </p:blipFill>
        <p:spPr bwMode="auto">
          <a:xfrm>
            <a:off x="11456106" y="4362"/>
            <a:ext cx="1327666" cy="630079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</p:sldLayoutIdLst>
  <p:hf hdr="0" ft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2520" b="1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68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47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26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1668" y="1668"/>
          <a:ext cx="1666" cy="1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0" imgH="0" progId="TCLayout.ActiveDocument.1">
                  <p:embed/>
                </p:oleObj>
              </mc:Choice>
              <mc:Fallback>
                <p:oleObj name="think-cell Slide" r:id="rId13" imgW="0" imgH="0" progId="TCLayout.ActiveDocument.1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68" y="1668"/>
                        <a:ext cx="1666" cy="1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 userDrawn="1"/>
        </p:nvSpPr>
        <p:spPr>
          <a:xfrm>
            <a:off x="0" y="0"/>
            <a:ext cx="12801600" cy="6482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2100">
              <a:solidFill>
                <a:prstClr val="white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02400" y="-131296"/>
            <a:ext cx="11316830" cy="982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 descr="http://su.bdimg.com/static/skin/img/logo_white.png"/>
          <p:cNvPicPr>
            <a:picLocks noChangeAspect="1" noChangeArrowheads="1"/>
          </p:cNvPicPr>
          <p:nvPr userDrawn="1"/>
        </p:nvPicPr>
        <p:blipFill>
          <a:blip r:embed="rId15" cstate="email"/>
          <a:srcRect/>
          <a:stretch>
            <a:fillRect/>
          </a:stretch>
        </p:blipFill>
        <p:spPr bwMode="auto">
          <a:xfrm>
            <a:off x="11456106" y="4362"/>
            <a:ext cx="1327666" cy="630079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</p:sldLayoutIdLst>
  <p:hf hdr="0" ft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2520" b="1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68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47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26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1668" y="1668"/>
          <a:ext cx="1666" cy="1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0" imgH="0" progId="TCLayout.ActiveDocument.1">
                  <p:embed/>
                </p:oleObj>
              </mc:Choice>
              <mc:Fallback>
                <p:oleObj name="think-cell Slide" r:id="rId13" imgW="0" imgH="0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68" y="1668"/>
                        <a:ext cx="1666" cy="1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 userDrawn="1"/>
        </p:nvSpPr>
        <p:spPr>
          <a:xfrm>
            <a:off x="0" y="0"/>
            <a:ext cx="12801600" cy="6482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>
              <a:solidFill>
                <a:prstClr val="white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02400" y="-131296"/>
            <a:ext cx="11316830" cy="982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 descr="http://su.bdimg.com/static/skin/img/logo_white.png"/>
          <p:cNvPicPr>
            <a:picLocks noChangeAspect="1" noChangeArrowheads="1"/>
          </p:cNvPicPr>
          <p:nvPr userDrawn="1"/>
        </p:nvPicPr>
        <p:blipFill>
          <a:blip r:embed="rId15" cstate="email"/>
          <a:srcRect/>
          <a:stretch>
            <a:fillRect/>
          </a:stretch>
        </p:blipFill>
        <p:spPr bwMode="auto">
          <a:xfrm>
            <a:off x="11456106" y="4362"/>
            <a:ext cx="1327666" cy="630079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</p:sldLayoutIdLst>
  <p:hf hdr="0" ft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2520" b="1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68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47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26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9196" y="4117676"/>
            <a:ext cx="8103209" cy="534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9474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75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拓扑建图  </a:t>
            </a:r>
            <a:r>
              <a:rPr lang="en-US" altLang="zh-CN" sz="2875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|</a:t>
            </a:r>
            <a:r>
              <a:rPr lang="zh-CN" altLang="en-US" sz="2875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孙冬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0962" y="3024386"/>
            <a:ext cx="81996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94740">
              <a:spcBef>
                <a:spcPct val="20000"/>
              </a:spcBef>
              <a:buClr>
                <a:srgbClr val="2318DE"/>
              </a:buClr>
              <a:buSzPct val="150000"/>
            </a:pPr>
            <a:r>
              <a:rPr lang="en-US" altLang="zh-CN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2024</a:t>
            </a:r>
            <a:r>
              <a:rPr lang="zh-CN" altLang="en-US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年度述职报告</a:t>
            </a:r>
            <a:endParaRPr lang="en-US" altLang="zh-CN" sz="4400" b="1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DD6114A-F44E-A2B3-9F46-287899297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810296"/>
              </p:ext>
            </p:extLst>
          </p:nvPr>
        </p:nvGraphicFramePr>
        <p:xfrm>
          <a:off x="496144" y="936154"/>
          <a:ext cx="11809312" cy="5601154"/>
        </p:xfrm>
        <a:graphic>
          <a:graphicData uri="http://schemas.openxmlformats.org/drawingml/2006/table">
            <a:tbl>
              <a:tblPr/>
              <a:tblGrid>
                <a:gridCol w="1944526">
                  <a:extLst>
                    <a:ext uri="{9D8B030D-6E8A-4147-A177-3AD203B41FA5}">
                      <a16:colId xmlns:a16="http://schemas.microsoft.com/office/drawing/2014/main" val="3926024327"/>
                    </a:ext>
                  </a:extLst>
                </a:gridCol>
                <a:gridCol w="8928682">
                  <a:extLst>
                    <a:ext uri="{9D8B030D-6E8A-4147-A177-3AD203B41FA5}">
                      <a16:colId xmlns:a16="http://schemas.microsoft.com/office/drawing/2014/main" val="125959126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52741826"/>
                    </a:ext>
                  </a:extLst>
                </a:gridCol>
              </a:tblGrid>
              <a:tr h="55947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dirty="0">
                          <a:effectLst/>
                        </a:rPr>
                        <a:t>目标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" sz="1600" b="1" dirty="0">
                          <a:effectLst/>
                        </a:rPr>
                        <a:t>KR</a:t>
                      </a:r>
                      <a:r>
                        <a:rPr lang="zh-CN" altLang="en-US" sz="1600" b="1" dirty="0">
                          <a:effectLst/>
                        </a:rPr>
                        <a:t>及达成情况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600" dirty="0">
                          <a:effectLst/>
                        </a:rPr>
                        <a:t>自评分</a:t>
                      </a: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131731"/>
                  </a:ext>
                </a:extLst>
              </a:tr>
              <a:tr h="1003855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O1：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进行道路级元素（</a:t>
                      </a:r>
                      <a:r>
                        <a:rPr lang="en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Link</a:t>
                      </a:r>
                      <a:r>
                        <a:rPr lang="zh-CN" altLang="en" sz="1600" b="1" dirty="0">
                          <a:solidFill>
                            <a:srgbClr val="000000"/>
                          </a:solidFill>
                          <a:effectLst/>
                        </a:rPr>
                        <a:t>、</a:t>
                      </a:r>
                      <a:r>
                        <a:rPr lang="en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dot</a:t>
                      </a:r>
                      <a:r>
                        <a:rPr lang="zh-CN" altLang="en" sz="1600" b="1" dirty="0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生成，保证元素生成准确性和稳定性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KR1：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开发及完善道路中心线搜索算法，保障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Link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重构方案落地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t"/>
                      <a:r>
                        <a:rPr lang="zh-CN" altLang="en-US" sz="1600" dirty="0">
                          <a:effectLst/>
                        </a:rPr>
                        <a:t>完成情况：</a:t>
                      </a:r>
                      <a:r>
                        <a:rPr lang="en-US" altLang="zh-CN" sz="1600" dirty="0">
                          <a:effectLst/>
                        </a:rPr>
                        <a:t>1.</a:t>
                      </a:r>
                      <a:r>
                        <a:rPr lang="zh-CN" altLang="en-US" sz="1600" dirty="0">
                          <a:effectLst/>
                        </a:rPr>
                        <a:t> 基于</a:t>
                      </a:r>
                      <a:r>
                        <a:rPr lang="en-US" altLang="zh-CN" sz="1600" dirty="0">
                          <a:effectLst/>
                        </a:rPr>
                        <a:t>LETS</a:t>
                      </a:r>
                      <a:r>
                        <a:rPr lang="zh-CN" altLang="en-US" sz="1600" dirty="0">
                          <a:effectLst/>
                        </a:rPr>
                        <a:t>算法框架，完成道路中心线搜索算法开发，引入感知、地图等多源信息，并通过优化搜索特征、增加时序跟踪等方式使中心线的正确性和稳定性得到显著提升</a:t>
                      </a:r>
                      <a:endParaRPr lang="en-US" altLang="zh-CN" sz="1600" dirty="0">
                        <a:effectLst/>
                      </a:endParaRPr>
                    </a:p>
                    <a:p>
                      <a:pPr algn="l" fontAlgn="t"/>
                      <a:r>
                        <a:rPr lang="en-US" altLang="zh-CN" sz="1600" dirty="0">
                          <a:effectLst/>
                        </a:rPr>
                        <a:t>2.</a:t>
                      </a:r>
                      <a:r>
                        <a:rPr lang="zh-CN" altLang="en-US" sz="1600" dirty="0">
                          <a:effectLst/>
                        </a:rPr>
                        <a:t> 优化算法时延，平均时延降低到原来的</a:t>
                      </a:r>
                      <a:r>
                        <a:rPr lang="en-US" altLang="zh-CN" sz="1600" dirty="0">
                          <a:effectLst/>
                        </a:rPr>
                        <a:t>40.9%</a:t>
                      </a:r>
                      <a:r>
                        <a:rPr lang="zh-CN" altLang="en-US" sz="1600" dirty="0">
                          <a:effectLst/>
                        </a:rPr>
                        <a:t>，</a:t>
                      </a:r>
                      <a:r>
                        <a:rPr lang="en" altLang="zh-CN" sz="1600" dirty="0">
                          <a:effectLst/>
                        </a:rPr>
                        <a:t>P99</a:t>
                      </a:r>
                      <a:r>
                        <a:rPr lang="zh-CN" altLang="en-US" sz="1600" dirty="0">
                          <a:effectLst/>
                        </a:rPr>
                        <a:t>降低到原来的</a:t>
                      </a:r>
                      <a:r>
                        <a:rPr lang="en-US" altLang="zh-CN" sz="1600" dirty="0">
                          <a:effectLst/>
                        </a:rPr>
                        <a:t>46.8%</a:t>
                      </a: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dirty="0">
                          <a:effectLst/>
                        </a:rPr>
                        <a:t>4.5</a:t>
                      </a: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2192194"/>
                  </a:ext>
                </a:extLst>
              </a:tr>
              <a:tr h="78138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KR2：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引入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SD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、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LD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地图，增加道路中心线正确性和稳定性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t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完成情况：使用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导航路径修正车道线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路沿点序，使用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地图过滤错误的道路中心线，使道路中心线的正确性和稳定性进一步提升，主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丢失次数指标：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0~4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级道路从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0.1192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11.20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日）降低到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0.0108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12.31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日），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级以上道路从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0.7025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11.20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日）降低到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0.3224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12.31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日）</a:t>
                      </a:r>
                      <a:endParaRPr lang="en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</a:t>
                      </a:r>
                      <a:endParaRPr lang="en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310576"/>
                  </a:ext>
                </a:extLst>
              </a:tr>
              <a:tr h="5684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KR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en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：</a:t>
                      </a:r>
                      <a:r>
                        <a:rPr lang="zh-CN" altLang="en" sz="1600" b="1" dirty="0">
                          <a:solidFill>
                            <a:srgbClr val="000000"/>
                          </a:solidFill>
                          <a:effectLst/>
                        </a:rPr>
                        <a:t>优化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感知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Link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与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SD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Link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匹配效果</a:t>
                      </a:r>
                      <a:endParaRPr lang="zh-CN" altLang="en-US" sz="16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完成情况：每公里漏绑定次数指标从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</a:rPr>
                        <a:t>2.23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（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</a:rPr>
                        <a:t>20241112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指标）降低到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</a:rPr>
                        <a:t>0.66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（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</a:rPr>
                        <a:t>20241231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指标）</a:t>
                      </a:r>
                      <a:endParaRPr lang="en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</a:t>
                      </a:r>
                      <a:endParaRPr lang="en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5813255"/>
                  </a:ext>
                </a:extLst>
              </a:tr>
              <a:tr h="639468"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KR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en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：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进行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dot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元素生成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t"/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完成情况：根据需求生成了有端点式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无端点式分合流</a:t>
                      </a:r>
                      <a:r>
                        <a:rPr lang="en" altLang="zh-CN" sz="1600" dirty="0">
                          <a:solidFill>
                            <a:srgbClr val="000000"/>
                          </a:solidFill>
                          <a:effectLst/>
                        </a:rPr>
                        <a:t>dot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点、前置虚拟</a:t>
                      </a:r>
                      <a:r>
                        <a:rPr lang="en" altLang="zh-CN" sz="1600" dirty="0">
                          <a:solidFill>
                            <a:srgbClr val="000000"/>
                          </a:solidFill>
                          <a:effectLst/>
                        </a:rPr>
                        <a:t>dot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点、线型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颜色变化</a:t>
                      </a:r>
                      <a:r>
                        <a:rPr lang="en" altLang="zh-CN" sz="1600" dirty="0">
                          <a:solidFill>
                            <a:srgbClr val="000000"/>
                          </a:solidFill>
                          <a:effectLst/>
                        </a:rPr>
                        <a:t>dot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点</a:t>
                      </a:r>
                      <a:endParaRPr lang="en-US" altLang="zh-CN" sz="16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8915149"/>
                  </a:ext>
                </a:extLst>
              </a:tr>
              <a:tr h="899535">
                <a:tc>
                  <a:txBody>
                    <a:bodyPr/>
                    <a:lstStyle/>
                    <a:p>
                      <a:pPr algn="l" fontAlgn="ctr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：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开发在线打点统计功能，使优化结果可量化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KR1：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开发打点统计功能，使拓扑建图优化工作可量化，且具有统计意义</a:t>
                      </a:r>
                    </a:p>
                    <a:p>
                      <a:pPr algn="l" fontAlgn="t"/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完成情况：开发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</a:rPr>
                        <a:t>Link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置信度打点、异常路口面打点、异常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</a:rPr>
                        <a:t>Link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打点和异常车道线打点等功能，对优化工作开展、优化结果评估起到了重要作用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dirty="0">
                          <a:effectLst/>
                        </a:rPr>
                        <a:t>4.5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471839"/>
                  </a:ext>
                </a:extLst>
              </a:tr>
              <a:tr h="89953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dirty="0">
                          <a:effectLst/>
                          <a:latin typeface="+mn-lt"/>
                          <a:ea typeface="+mn-ea"/>
                        </a:rPr>
                        <a:t>O3</a:t>
                      </a:r>
                      <a:r>
                        <a:rPr lang="zh-CN" altLang="en-US" sz="1600" b="1" dirty="0">
                          <a:effectLst/>
                          <a:latin typeface="+mn-ea"/>
                          <a:ea typeface="+mn-ea"/>
                        </a:rPr>
                        <a:t>：支持完美感知仿真工作</a:t>
                      </a: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1" dirty="0">
                          <a:effectLst/>
                        </a:rPr>
                        <a:t>KR1</a:t>
                      </a:r>
                      <a:r>
                        <a:rPr lang="zh-CN" altLang="en-US" sz="1600" b="1" dirty="0">
                          <a:effectLst/>
                        </a:rPr>
                        <a:t>：支持完美感知仿真拓展更多场景，保障仿真结果可用、可信</a:t>
                      </a:r>
                      <a:endParaRPr lang="en-US" altLang="zh-CN" sz="1600" b="1" dirty="0">
                        <a:effectLst/>
                      </a:endParaRPr>
                    </a:p>
                    <a:p>
                      <a:pPr algn="l" fontAlgn="t"/>
                      <a:r>
                        <a:rPr lang="zh-CN" altLang="en-US" sz="1600" dirty="0">
                          <a:effectLst/>
                        </a:rPr>
                        <a:t>完成情况：接手完美感知仿真工作，点亮左转场景，修复仿真中出现的各类问题，保障在完美感知仿真阶段能够尽可能全面、正确的暴露代码问题</a:t>
                      </a: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dirty="0">
                          <a:effectLst/>
                        </a:rPr>
                        <a:t>4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8699677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68CB1E5-296B-E7F7-9167-ADFFFF6F3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6044"/>
            <a:ext cx="11521440" cy="1200150"/>
          </a:xfrm>
        </p:spPr>
        <p:txBody>
          <a:bodyPr>
            <a:normAutofit/>
          </a:bodyPr>
          <a:lstStyle/>
          <a:p>
            <a:r>
              <a:rPr kumimoji="1"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核心任务及完成情况</a:t>
            </a:r>
          </a:p>
        </p:txBody>
      </p:sp>
    </p:spTree>
    <p:extLst>
      <p:ext uri="{BB962C8B-B14F-4D97-AF65-F5344CB8AC3E}">
        <p14:creationId xmlns:p14="http://schemas.microsoft.com/office/powerpoint/2010/main" val="4060247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15937-1142-E66A-BB9A-6A44E6A6F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6044"/>
            <a:ext cx="11521440" cy="1200150"/>
          </a:xfrm>
        </p:spPr>
        <p:txBody>
          <a:bodyPr>
            <a:normAutofit/>
          </a:bodyPr>
          <a:lstStyle/>
          <a:p>
            <a:r>
              <a:rPr kumimoji="1"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道路中心线搜索算法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C4FD4D-711D-1734-BD7F-31313952EA3F}"/>
              </a:ext>
            </a:extLst>
          </p:cNvPr>
          <p:cNvSpPr txBox="1"/>
          <p:nvPr/>
        </p:nvSpPr>
        <p:spPr>
          <a:xfrm>
            <a:off x="-223936" y="5330408"/>
            <a:ext cx="4920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道路中心线搜索算法时延优化结果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3344DA-43B3-A6A4-5132-44D21C85A782}"/>
              </a:ext>
            </a:extLst>
          </p:cNvPr>
          <p:cNvSpPr txBox="1"/>
          <p:nvPr/>
        </p:nvSpPr>
        <p:spPr>
          <a:xfrm>
            <a:off x="6876058" y="4416527"/>
            <a:ext cx="52081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道路中心线搜索示例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944E591-3BAF-C7E6-01B2-A2A0E6F498A6}"/>
              </a:ext>
            </a:extLst>
          </p:cNvPr>
          <p:cNvSpPr txBox="1"/>
          <p:nvPr/>
        </p:nvSpPr>
        <p:spPr>
          <a:xfrm>
            <a:off x="615352" y="983782"/>
            <a:ext cx="5929217" cy="953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道路中心线是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Link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重构方案的基石，因为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Link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的生成及拓扑结构都要依托于道路中心线，道路中心线的正确、稳定对最终的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Link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生成结果有重要影响。</a:t>
            </a:r>
            <a:endParaRPr kumimoji="1"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3B3E34B-E7E5-3C33-F9E5-92882A0DC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811" y="985329"/>
            <a:ext cx="4616672" cy="34592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D52703B-30F6-3A42-66ED-AFA2B4D84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083" y="4858438"/>
            <a:ext cx="7772400" cy="138118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368BB30-C1DB-F9C7-6304-3671DF21BA30}"/>
              </a:ext>
            </a:extLst>
          </p:cNvPr>
          <p:cNvSpPr txBox="1"/>
          <p:nvPr/>
        </p:nvSpPr>
        <p:spPr>
          <a:xfrm>
            <a:off x="606603" y="1941506"/>
            <a:ext cx="5929217" cy="1544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LETS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算法框架，在道路中心线生成中引入道路边界、车道线、导流区、不可通行区、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SD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导航等多源信息，构建中心特征、单边特征、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Fork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特征、动量特征等多种搜索特征，辅以时序跟踪、</a:t>
            </a:r>
            <a:r>
              <a:rPr kumimoji="1"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FallBack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机制等方式，最终实现了正确性及稳定性均较好的道路中心线搜索算法。</a:t>
            </a:r>
            <a:endParaRPr kumimoji="1"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F236C6-CF51-7255-D5BD-A893CCB36561}"/>
              </a:ext>
            </a:extLst>
          </p:cNvPr>
          <p:cNvSpPr txBox="1"/>
          <p:nvPr/>
        </p:nvSpPr>
        <p:spPr>
          <a:xfrm>
            <a:off x="615352" y="3481236"/>
            <a:ext cx="5929217" cy="12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由于引入信息源逐渐增多，搜索特征逐步细化，搜索算法时延成为了不可忽视的问题，通过将全帧搜索改为分组搜索、优化可通行边界使用、输入降采样等方式，平均时延降低到原来的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40.9%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1" lang="e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P99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降低到原来的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46.8%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2627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15937-1142-E66A-BB9A-6A44E6A6F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6044"/>
            <a:ext cx="11521440" cy="1200150"/>
          </a:xfrm>
        </p:spPr>
        <p:txBody>
          <a:bodyPr>
            <a:normAutofit/>
          </a:bodyPr>
          <a:lstStyle/>
          <a:p>
            <a:r>
              <a:rPr kumimoji="1"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Link</a:t>
            </a:r>
            <a:r>
              <a:rPr kumimoji="1"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生成的正确性及稳定性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944E591-3BAF-C7E6-01B2-A2A0E6F498A6}"/>
              </a:ext>
            </a:extLst>
          </p:cNvPr>
          <p:cNvSpPr txBox="1"/>
          <p:nvPr/>
        </p:nvSpPr>
        <p:spPr>
          <a:xfrm>
            <a:off x="615352" y="983782"/>
            <a:ext cx="5929217" cy="370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为了提高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Link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生成的正确性及稳定性，除了优化道路中心线搜索算法，还引入了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SD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LD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信息：</a:t>
            </a:r>
            <a:endParaRPr kumimoji="1"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引入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SD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导航路径，判断感知元素与</a:t>
            </a:r>
            <a:r>
              <a:rPr kumimoji="1" lang="zh-CN" alt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导航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路径相似程度，将符合要求的感知元素点序与</a:t>
            </a:r>
            <a:r>
              <a:rPr kumimoji="1" lang="zh-CN" alt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导航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路径进行对齐</a:t>
            </a:r>
            <a:endParaRPr kumimoji="1"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引入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LD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地图，对道路中心线增加</a:t>
            </a:r>
            <a:r>
              <a:rPr kumimoji="1" lang="e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LD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过滤机制，以减少错误的道路中心线分支，增加</a:t>
            </a:r>
            <a:r>
              <a:rPr kumimoji="1" lang="e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link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稳定性</a:t>
            </a:r>
            <a:endParaRPr kumimoji="1"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主要衡量指标（每公里主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Link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丢失次数）有显著优化：</a:t>
            </a:r>
            <a:endParaRPr kumimoji="1"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0~4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级道路：从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0.1192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11.20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日）降低到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0.0108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12.31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日）</a:t>
            </a:r>
            <a:endParaRPr kumimoji="1"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级以上道路：从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0.7025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11.20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日）降低到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0.3224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12.31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日），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级以上道路后期出现指标恶化与可通行区域检测变差有很大关系，因为村域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Link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生成比较依赖可通行区域。</a:t>
            </a:r>
            <a:endParaRPr kumimoji="1"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F236C6-CF51-7255-D5BD-A893CCB36561}"/>
              </a:ext>
            </a:extLst>
          </p:cNvPr>
          <p:cNvSpPr txBox="1"/>
          <p:nvPr/>
        </p:nvSpPr>
        <p:spPr>
          <a:xfrm>
            <a:off x="615351" y="4807031"/>
            <a:ext cx="5929217" cy="953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感知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Link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kumimoji="1"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SDLink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的正确绑定对下游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PNC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选对道路有很大影响，自接手该工作后，每公里漏绑定次数指标从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2.23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11.12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日）降低到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0.66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12.31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日），有显著优化。</a:t>
            </a:r>
            <a:endParaRPr kumimoji="1"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948C62EA-079C-8C2E-5241-83BE21E7B8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3995999"/>
              </p:ext>
            </p:extLst>
          </p:nvPr>
        </p:nvGraphicFramePr>
        <p:xfrm>
          <a:off x="6832848" y="3626942"/>
          <a:ext cx="4919899" cy="26881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67367E78-1D63-249A-7B2B-4A2FA42F42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9336429"/>
              </p:ext>
            </p:extLst>
          </p:nvPr>
        </p:nvGraphicFramePr>
        <p:xfrm>
          <a:off x="6832848" y="983782"/>
          <a:ext cx="4919899" cy="26881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92189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15937-1142-E66A-BB9A-6A44E6A6F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6044"/>
            <a:ext cx="11521440" cy="1200150"/>
          </a:xfrm>
        </p:spPr>
        <p:txBody>
          <a:bodyPr>
            <a:normAutofit/>
          </a:bodyPr>
          <a:lstStyle/>
          <a:p>
            <a:r>
              <a:rPr kumimoji="1"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在线打点统计功能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944E591-3BAF-C7E6-01B2-A2A0E6F498A6}"/>
              </a:ext>
            </a:extLst>
          </p:cNvPr>
          <p:cNvSpPr txBox="1"/>
          <p:nvPr/>
        </p:nvSpPr>
        <p:spPr>
          <a:xfrm>
            <a:off x="615352" y="983782"/>
            <a:ext cx="10866598" cy="655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为使拓扑建图优化工作可量化，且具有统计意义，开发了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Link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置信度打点、异常路口面打点、异常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Link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打点和异常车道线打点等功能，对优化工作开展、优化结果评估起到了重要作用</a:t>
            </a:r>
            <a:r>
              <a:rPr kumimoji="1" lang="zh-CN" altLang="en-US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BE1C4F-3920-A0E2-F7A6-5F368BA31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65" y="2132010"/>
            <a:ext cx="4722677" cy="20758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3EBE267-A751-DBF9-23F4-1F67A7439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676" y="2105868"/>
            <a:ext cx="6137108" cy="210201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AC0DC81-2A97-B9F3-4B2E-72624E8E5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675" y="4648653"/>
            <a:ext cx="4722677" cy="180259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CE1532C-3A7E-49CD-838E-B1812BABF2B1}"/>
              </a:ext>
            </a:extLst>
          </p:cNvPr>
          <p:cNvSpPr txBox="1"/>
          <p:nvPr/>
        </p:nvSpPr>
        <p:spPr>
          <a:xfrm>
            <a:off x="615352" y="1691243"/>
            <a:ext cx="5473765" cy="36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l"/>
            </a:pPr>
            <a:r>
              <a:rPr kumimoji="1" lang="e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link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置信度打点</a:t>
            </a:r>
            <a:endParaRPr kumimoji="1"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37FD567-1E80-C1C9-DC06-D8824B52A1D5}"/>
              </a:ext>
            </a:extLst>
          </p:cNvPr>
          <p:cNvSpPr txBox="1"/>
          <p:nvPr/>
        </p:nvSpPr>
        <p:spPr>
          <a:xfrm>
            <a:off x="6517675" y="4285925"/>
            <a:ext cx="5473765" cy="36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l"/>
            </a:pPr>
            <a:r>
              <a:rPr kumimoji="1" lang="zh-CN" alt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异常车道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线打点</a:t>
            </a:r>
            <a:endParaRPr kumimoji="1"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9F3B3E1-134F-D733-EE29-181DCDD16F07}"/>
              </a:ext>
            </a:extLst>
          </p:cNvPr>
          <p:cNvSpPr txBox="1"/>
          <p:nvPr/>
        </p:nvSpPr>
        <p:spPr>
          <a:xfrm>
            <a:off x="640080" y="4285925"/>
            <a:ext cx="5473765" cy="36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l"/>
            </a:pPr>
            <a:r>
              <a:rPr kumimoji="1" lang="zh-CN" alt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路口面打点</a:t>
            </a:r>
            <a:endParaRPr kumimoji="1"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C3C0122-6E4B-1806-22B8-27CC19B0E970}"/>
              </a:ext>
            </a:extLst>
          </p:cNvPr>
          <p:cNvSpPr txBox="1"/>
          <p:nvPr/>
        </p:nvSpPr>
        <p:spPr>
          <a:xfrm>
            <a:off x="6517676" y="1691243"/>
            <a:ext cx="5473765" cy="36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l"/>
            </a:pPr>
            <a:r>
              <a:rPr kumimoji="1" lang="zh-CN" alt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</a:t>
            </a:r>
            <a:r>
              <a:rPr kumimoji="1" lang="e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link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打点</a:t>
            </a:r>
            <a:endParaRPr kumimoji="1"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F8BDA17-A135-6D15-3E92-8A3D3AE319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506" t="14351" r="10733" b="9290"/>
          <a:stretch/>
        </p:blipFill>
        <p:spPr>
          <a:xfrm>
            <a:off x="744865" y="4726692"/>
            <a:ext cx="4722678" cy="120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5923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PT_Template_H_2014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PT_Template_H_2014">
  <a:themeElements>
    <a:clrScheme name="自定义 2">
      <a:dk1>
        <a:srgbClr val="000000"/>
      </a:dk1>
      <a:lt1>
        <a:srgbClr val="FFFFFF"/>
      </a:lt1>
      <a:dk2>
        <a:srgbClr val="B1AEF6"/>
      </a:dk2>
      <a:lt2>
        <a:srgbClr val="D8D8D8"/>
      </a:lt2>
      <a:accent1>
        <a:srgbClr val="E10602"/>
      </a:accent1>
      <a:accent2>
        <a:srgbClr val="2932E1"/>
      </a:accent2>
      <a:accent3>
        <a:srgbClr val="CC9900"/>
      </a:accent3>
      <a:accent4>
        <a:srgbClr val="993366"/>
      </a:accent4>
      <a:accent5>
        <a:srgbClr val="B2C1DB"/>
      </a:accent5>
      <a:accent6>
        <a:srgbClr val="938953"/>
      </a:accent6>
      <a:hlink>
        <a:srgbClr val="000000"/>
      </a:hlink>
      <a:folHlink>
        <a:srgbClr val="00000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PPT_Template_H">
  <a:themeElements>
    <a:clrScheme name="Baidu HR">
      <a:dk1>
        <a:srgbClr val="000000"/>
      </a:dk1>
      <a:lt1>
        <a:srgbClr val="FFFFFF"/>
      </a:lt1>
      <a:dk2>
        <a:srgbClr val="B1AEF6"/>
      </a:dk2>
      <a:lt2>
        <a:srgbClr val="D8D8D8"/>
      </a:lt2>
      <a:accent1>
        <a:srgbClr val="E10602"/>
      </a:accent1>
      <a:accent2>
        <a:srgbClr val="2932E1"/>
      </a:accent2>
      <a:accent3>
        <a:srgbClr val="CC9900"/>
      </a:accent3>
      <a:accent4>
        <a:srgbClr val="993366"/>
      </a:accent4>
      <a:accent5>
        <a:srgbClr val="B2C1DB"/>
      </a:accent5>
      <a:accent6>
        <a:srgbClr val="938953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++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商业生态运营规划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80FF">
            <a:alpha val="74902"/>
          </a:srgbClr>
        </a:solidFill>
        <a:ln w="3175">
          <a:noFill/>
          <a:prstDash val="dash"/>
        </a:ln>
      </a:spPr>
      <a:bodyPr rtlCol="0" anchor="ctr"/>
      <a:lstStyle>
        <a:defPPr algn="ctr">
          <a:defRPr sz="1200" dirty="0" smtClean="0">
            <a:solidFill>
              <a:schemeClr val="bg1"/>
            </a:solidFill>
            <a:latin typeface="+mj-ea"/>
            <a:ea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6D6D6D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none" rtlCol="0" anchor="t">
        <a:spAutoFit/>
      </a:bodyPr>
      <a:lstStyle>
        <a:defPPr>
          <a:spcBef>
            <a:spcPts val="600"/>
          </a:spcBef>
          <a:defRPr sz="1400" dirty="0" smtClean="0">
            <a:solidFill>
              <a:srgbClr val="6D6D6D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商业生态运营规划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80FF">
            <a:alpha val="74902"/>
          </a:srgbClr>
        </a:solidFill>
        <a:ln w="3175">
          <a:noFill/>
          <a:prstDash val="dash"/>
        </a:ln>
      </a:spPr>
      <a:bodyPr rtlCol="0" anchor="ctr"/>
      <a:lstStyle>
        <a:defPPr algn="ctr">
          <a:defRPr sz="1200" dirty="0" smtClean="0">
            <a:solidFill>
              <a:schemeClr val="bg1"/>
            </a:solidFill>
            <a:latin typeface="+mj-ea"/>
            <a:ea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6D6D6D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none" rtlCol="0" anchor="t">
        <a:spAutoFit/>
      </a:bodyPr>
      <a:lstStyle>
        <a:defPPr>
          <a:spcBef>
            <a:spcPts val="600"/>
          </a:spcBef>
          <a:defRPr sz="1400" dirty="0" smtClean="0">
            <a:solidFill>
              <a:srgbClr val="6D6D6D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商业生态运营规划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80FF">
            <a:alpha val="74902"/>
          </a:srgbClr>
        </a:solidFill>
        <a:ln w="3175">
          <a:noFill/>
          <a:prstDash val="dash"/>
        </a:ln>
      </a:spPr>
      <a:bodyPr rtlCol="0" anchor="ctr"/>
      <a:lstStyle>
        <a:defPPr algn="ctr">
          <a:defRPr sz="1200" dirty="0" smtClean="0">
            <a:solidFill>
              <a:schemeClr val="bg1"/>
            </a:solidFill>
            <a:latin typeface="+mj-ea"/>
            <a:ea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6D6D6D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none" rtlCol="0" anchor="t">
        <a:spAutoFit/>
      </a:bodyPr>
      <a:lstStyle>
        <a:defPPr>
          <a:spcBef>
            <a:spcPts val="600"/>
          </a:spcBef>
          <a:defRPr sz="1400" dirty="0" smtClean="0">
            <a:solidFill>
              <a:srgbClr val="6D6D6D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PPT_Template_H_2014</Template>
  <TotalTime>3972</TotalTime>
  <Words>907</Words>
  <Application>Microsoft Macintosh PowerPoint</Application>
  <PresentationFormat>自定义</PresentationFormat>
  <Paragraphs>52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黑体</vt:lpstr>
      <vt:lpstr>Microsoft YaHei</vt:lpstr>
      <vt:lpstr>Microsoft YaHei</vt:lpstr>
      <vt:lpstr>Agency FB</vt:lpstr>
      <vt:lpstr>Arial</vt:lpstr>
      <vt:lpstr>Calibri</vt:lpstr>
      <vt:lpstr>Wingdings</vt:lpstr>
      <vt:lpstr>PPT_Template_H_2014</vt:lpstr>
      <vt:lpstr>1_PPT_Template_H_2014</vt:lpstr>
      <vt:lpstr>PPT_Template_H</vt:lpstr>
      <vt:lpstr>++1</vt:lpstr>
      <vt:lpstr>2_商业生态运营规划部</vt:lpstr>
      <vt:lpstr>3_商业生态运营规划部</vt:lpstr>
      <vt:lpstr>4_商业生态运营规划部</vt:lpstr>
      <vt:lpstr>think-cell Slide</vt:lpstr>
      <vt:lpstr>PowerPoint 演示文稿</vt:lpstr>
      <vt:lpstr>核心任务及完成情况</vt:lpstr>
      <vt:lpstr>道路中心线搜索算法</vt:lpstr>
      <vt:lpstr>Link生成的正确性及稳定性</vt:lpstr>
      <vt:lpstr>在线打点统计功能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百度LBS业务战略激励方案</dc:title>
  <dc:creator>xuzhanbing@baidu.com</dc:creator>
  <cp:lastModifiedBy>sundong03</cp:lastModifiedBy>
  <cp:revision>1947</cp:revision>
  <cp:lastPrinted>2023-01-06T06:02:51Z</cp:lastPrinted>
  <dcterms:created xsi:type="dcterms:W3CDTF">2023-01-06T06:02:51Z</dcterms:created>
  <dcterms:modified xsi:type="dcterms:W3CDTF">2025-01-17T02:52:25Z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2052-4.6.1.7467</vt:lpwstr>
  </property>
  <property fmtid="{D5CDD505-2E9C-101B-9397-08002B2CF9AE}" pid="3" name="ICV">
    <vt:lpwstr>C2C1B76F39150A918BB9B7637035DFCA</vt:lpwstr>
  </property>
</Properties>
</file>