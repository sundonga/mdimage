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tags/tag2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7.xml" ContentType="application/vnd.openxmlformats-officedocument.theme+xml"/>
  <Override PartName="/ppt/tags/tag3.xml" ContentType="application/vnd.openxmlformats-officedocument.presentationml.tags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892" r:id="rId1"/>
    <p:sldMasterId id="2147483897" r:id="rId2"/>
    <p:sldMasterId id="2147483900" r:id="rId3"/>
    <p:sldMasterId id="2147483904" r:id="rId4"/>
    <p:sldMasterId id="2147483920" r:id="rId5"/>
    <p:sldMasterId id="2147483931" r:id="rId6"/>
    <p:sldMasterId id="2147483942" r:id="rId7"/>
  </p:sldMasterIdLst>
  <p:notesMasterIdLst>
    <p:notesMasterId r:id="rId14"/>
  </p:notesMasterIdLst>
  <p:handoutMasterIdLst>
    <p:handoutMasterId r:id="rId15"/>
  </p:handoutMasterIdLst>
  <p:sldIdLst>
    <p:sldId id="646" r:id="rId8"/>
    <p:sldId id="977" r:id="rId9"/>
    <p:sldId id="982" r:id="rId10"/>
    <p:sldId id="983" r:id="rId11"/>
    <p:sldId id="984" r:id="rId12"/>
    <p:sldId id="981" r:id="rId13"/>
  </p:sldIdLst>
  <p:sldSz cx="12801600" cy="7200900"/>
  <p:notesSz cx="9866313" cy="14295438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556504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1113008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669512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2226015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782519" algn="l" defTabSz="1113008" rtl="0" eaLnBrk="1" latinLnBrk="0" hangingPunct="1">
      <a:defRPr sz="29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3339023" algn="l" defTabSz="1113008" rtl="0" eaLnBrk="1" latinLnBrk="0" hangingPunct="1">
      <a:defRPr sz="29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895527" algn="l" defTabSz="1113008" rtl="0" eaLnBrk="1" latinLnBrk="0" hangingPunct="1">
      <a:defRPr sz="29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4452031" algn="l" defTabSz="1113008" rtl="0" eaLnBrk="1" latinLnBrk="0" hangingPunct="1">
      <a:defRPr sz="29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述职模板" id="{54177CF6-7791-3541-AB5A-C730D6E15F5E}">
          <p14:sldIdLst>
            <p14:sldId id="646"/>
            <p14:sldId id="977"/>
            <p14:sldId id="982"/>
            <p14:sldId id="983"/>
            <p14:sldId id="984"/>
            <p14:sldId id="9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4033" userDrawn="1">
          <p15:clr>
            <a:srgbClr val="A4A3A4"/>
          </p15:clr>
        </p15:guide>
        <p15:guide id="3" pos="403" userDrawn="1">
          <p15:clr>
            <a:srgbClr val="A4A3A4"/>
          </p15:clr>
        </p15:guide>
        <p15:guide id="4" orient="horz" pos="680" userDrawn="1">
          <p15:clr>
            <a:srgbClr val="A4A3A4"/>
          </p15:clr>
        </p15:guide>
        <p15:guide id="5" orient="horz" pos="8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02" userDrawn="1">
          <p15:clr>
            <a:srgbClr val="A4A3A4"/>
          </p15:clr>
        </p15:guide>
        <p15:guide id="2" pos="31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bo01" initials="l" lastIdx="2" clrIdx="0"/>
  <p:cmAuthor id="1" name="Bai,Yu(HR)" initials="B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FF"/>
    <a:srgbClr val="3F5A87"/>
    <a:srgbClr val="215968"/>
    <a:srgbClr val="31859C"/>
    <a:srgbClr val="002060"/>
    <a:srgbClr val="203864"/>
    <a:srgbClr val="66A1D8"/>
    <a:srgbClr val="5B9BD5"/>
    <a:srgbClr val="EA502C"/>
    <a:srgbClr val="F7AA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76" autoAdjust="0"/>
    <p:restoredTop sz="94424" autoAdjust="0"/>
  </p:normalViewPr>
  <p:slideViewPr>
    <p:cSldViewPr>
      <p:cViewPr varScale="1">
        <p:scale>
          <a:sx n="115" d="100"/>
          <a:sy n="115" d="100"/>
        </p:scale>
        <p:origin x="208" y="320"/>
      </p:cViewPr>
      <p:guideLst>
        <p:guide orient="horz" pos="2268"/>
        <p:guide pos="4033"/>
        <p:guide pos="403"/>
        <p:guide orient="horz" pos="680"/>
        <p:guide orient="horz" pos="86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2904" y="48"/>
      </p:cViewPr>
      <p:guideLst>
        <p:guide orient="horz" pos="450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4941" cy="715572"/>
          </a:xfrm>
          <a:prstGeom prst="rect">
            <a:avLst/>
          </a:prstGeom>
        </p:spPr>
        <p:txBody>
          <a:bodyPr vert="horz" lIns="132221" tIns="66110" rIns="132221" bIns="66110" rtlCol="0"/>
          <a:lstStyle>
            <a:lvl1pPr algn="l">
              <a:defRPr sz="17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589063" y="0"/>
            <a:ext cx="4274941" cy="715572"/>
          </a:xfrm>
          <a:prstGeom prst="rect">
            <a:avLst/>
          </a:prstGeom>
        </p:spPr>
        <p:txBody>
          <a:bodyPr vert="horz" lIns="132221" tIns="66110" rIns="132221" bIns="66110" rtlCol="0"/>
          <a:lstStyle>
            <a:lvl1pPr algn="r">
              <a:defRPr sz="1700"/>
            </a:lvl1pPr>
          </a:lstStyle>
          <a:p>
            <a:pPr>
              <a:defRPr/>
            </a:pPr>
            <a:fld id="{483A2CD2-7DF7-4A73-8ABE-BF67761A4571}" type="datetimeFigureOut">
              <a:rPr lang="zh-CN" altLang="en-US"/>
              <a:pPr>
                <a:defRPr/>
              </a:pPr>
              <a:t>2023/12/28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3577581"/>
            <a:ext cx="4274941" cy="715571"/>
          </a:xfrm>
          <a:prstGeom prst="rect">
            <a:avLst/>
          </a:prstGeom>
        </p:spPr>
        <p:txBody>
          <a:bodyPr vert="horz" lIns="132221" tIns="66110" rIns="132221" bIns="66110" rtlCol="0" anchor="b"/>
          <a:lstStyle>
            <a:lvl1pPr algn="l">
              <a:defRPr sz="17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589063" y="13577581"/>
            <a:ext cx="4274941" cy="715571"/>
          </a:xfrm>
          <a:prstGeom prst="rect">
            <a:avLst/>
          </a:prstGeom>
        </p:spPr>
        <p:txBody>
          <a:bodyPr vert="horz" lIns="132221" tIns="66110" rIns="132221" bIns="66110" rtlCol="0" anchor="b"/>
          <a:lstStyle>
            <a:lvl1pPr algn="r">
              <a:defRPr sz="1700"/>
            </a:lvl1pPr>
          </a:lstStyle>
          <a:p>
            <a:pPr>
              <a:defRPr/>
            </a:pPr>
            <a:fld id="{308EE467-3BDF-4921-9FE9-796F62CE9C4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8969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4941" cy="715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21" tIns="66110" rIns="132221" bIns="66110" numCol="1" anchor="t" anchorCtr="0" compatLnSpc="1">
            <a:prstTxWarp prst="textNoShape">
              <a:avLst/>
            </a:prstTxWarp>
          </a:bodyPr>
          <a:lstStyle>
            <a:lvl1pPr>
              <a:defRPr sz="1700"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9063" y="0"/>
            <a:ext cx="4274941" cy="715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21" tIns="66110" rIns="132221" bIns="66110" numCol="1" anchor="t" anchorCtr="0" compatLnSpc="1">
            <a:prstTxWarp prst="textNoShape">
              <a:avLst/>
            </a:prstTxWarp>
          </a:bodyPr>
          <a:lstStyle>
            <a:lvl1pPr algn="r">
              <a:defRPr sz="1700"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66688" y="1071563"/>
            <a:ext cx="9534525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72" y="6789934"/>
            <a:ext cx="7893974" cy="6433289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</p:spPr>
        <p:txBody>
          <a:bodyPr vert="horz" wrap="square" lIns="132221" tIns="66110" rIns="132221" bIns="661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noProof="0"/>
              <a:t>单击此处编辑母版文本样式</a:t>
            </a:r>
          </a:p>
          <a:p>
            <a:pPr lvl="1"/>
            <a:r>
              <a:rPr lang="zh-CN" noProof="0"/>
              <a:t>第二级</a:t>
            </a:r>
          </a:p>
          <a:p>
            <a:pPr lvl="2"/>
            <a:r>
              <a:rPr lang="zh-CN" noProof="0"/>
              <a:t>第三级</a:t>
            </a:r>
          </a:p>
          <a:p>
            <a:pPr lvl="3"/>
            <a:r>
              <a:rPr lang="zh-CN" noProof="0"/>
              <a:t>第四级</a:t>
            </a:r>
          </a:p>
          <a:p>
            <a:pPr lvl="4"/>
            <a:r>
              <a:rPr lang="zh-CN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3577581"/>
            <a:ext cx="4274941" cy="715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21" tIns="66110" rIns="132221" bIns="66110" numCol="1" anchor="b" anchorCtr="0" compatLnSpc="1">
            <a:prstTxWarp prst="textNoShape">
              <a:avLst/>
            </a:prstTxWarp>
          </a:bodyPr>
          <a:lstStyle>
            <a:lvl1pPr>
              <a:defRPr sz="1700"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9063" y="13577581"/>
            <a:ext cx="4274941" cy="715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21" tIns="66110" rIns="132221" bIns="66110" numCol="1" anchor="b" anchorCtr="0" compatLnSpc="1">
            <a:prstTxWarp prst="textNoShape">
              <a:avLst/>
            </a:prstTxWarp>
          </a:bodyPr>
          <a:lstStyle>
            <a:lvl1pPr algn="r">
              <a:defRPr sz="1700">
                <a:ea typeface="宋体" pitchFamily="2" charset="-122"/>
              </a:defRPr>
            </a:lvl1pPr>
          </a:lstStyle>
          <a:p>
            <a:pPr>
              <a:defRPr/>
            </a:pPr>
            <a:fld id="{D48166DF-1868-4059-B69D-905283CF78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669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556504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1113008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669512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2226015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782519" algn="l" defTabSz="111300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339023" algn="l" defTabSz="111300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3895527" algn="l" defTabSz="111300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452031" algn="l" defTabSz="111300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1" y="172870"/>
            <a:ext cx="11521440" cy="690988"/>
          </a:xfrm>
          <a:prstGeom prst="rect">
            <a:avLst/>
          </a:prstGeom>
        </p:spPr>
        <p:txBody>
          <a:bodyPr lIns="111301" tIns="55650" rIns="111301" bIns="55650"/>
          <a:lstStyle>
            <a:lvl1pPr algn="l">
              <a:defRPr sz="28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081" y="979360"/>
            <a:ext cx="11521440" cy="5352302"/>
          </a:xfrm>
          <a:prstGeom prst="rect">
            <a:avLst/>
          </a:prstGeom>
        </p:spPr>
        <p:txBody>
          <a:bodyPr lIns="111301" tIns="55650" rIns="111301" bIns="55650"/>
          <a:lstStyle>
            <a:lvl1pPr>
              <a:buClr>
                <a:schemeClr val="bg1">
                  <a:lumMod val="65000"/>
                </a:schemeClr>
              </a:buClr>
              <a:buSzPct val="60000"/>
              <a:buFont typeface="Wingdings" pitchFamily="2" charset="2"/>
              <a:buChar char="l"/>
              <a:defRPr sz="2400" b="0" baseline="0">
                <a:latin typeface="Arial" pitchFamily="34" charset="0"/>
                <a:ea typeface="微软雅黑" pitchFamily="34" charset="-122"/>
                <a:cs typeface="Arial" pitchFamily="34" charset="0"/>
              </a:defRPr>
            </a:lvl1pPr>
            <a:lvl2pPr>
              <a:buClr>
                <a:schemeClr val="bg1">
                  <a:lumMod val="75000"/>
                </a:schemeClr>
              </a:buClr>
              <a:defRPr sz="2000" baseline="0">
                <a:latin typeface="Arial" pitchFamily="34" charset="0"/>
                <a:ea typeface="微软雅黑" pitchFamily="34" charset="-122"/>
                <a:cs typeface="Arial" pitchFamily="34" charset="0"/>
              </a:defRPr>
            </a:lvl2pPr>
            <a:lvl3pPr>
              <a:buClr>
                <a:schemeClr val="bg1">
                  <a:lumMod val="75000"/>
                </a:schemeClr>
              </a:buClr>
              <a:buSzPct val="80000"/>
              <a:buFont typeface="Wingdings" pitchFamily="2" charset="2"/>
              <a:buChar char="u"/>
              <a:defRPr sz="1800" baseline="0">
                <a:latin typeface="Arial" pitchFamily="34" charset="0"/>
                <a:ea typeface="微软雅黑" pitchFamily="34" charset="-122"/>
                <a:cs typeface="Arial" pitchFamily="34" charset="0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640081" y="878548"/>
            <a:ext cx="8468491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wrap="none" lIns="111301" tIns="55651" rIns="111301" bIns="55651" anchor="ctr"/>
          <a:lstStyle/>
          <a:p>
            <a:endParaRPr lang="zh-CN" altLang="en-US" sz="290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>
          <a:xfrm>
            <a:off x="11775643" y="6552778"/>
            <a:ext cx="875799" cy="384492"/>
          </a:xfrm>
        </p:spPr>
        <p:txBody>
          <a:bodyPr/>
          <a:lstStyle/>
          <a:p>
            <a:pPr>
              <a:defRPr/>
            </a:pPr>
            <a:fld id="{EF001FE3-3C56-4123-9DE4-EF0781CB24B0}" type="slidenum">
              <a:rPr lang="en-US" altLang="zh-CN" smtClean="0"/>
              <a:pPr>
                <a:defRPr/>
              </a:pPr>
              <a:t>‹#›</a:t>
            </a:fld>
            <a:endParaRPr lang="zh-CN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>
          <a:xfrm>
            <a:off x="4376441" y="6552778"/>
            <a:ext cx="4053840" cy="384492"/>
          </a:xfrm>
        </p:spPr>
        <p:txBody>
          <a:bodyPr/>
          <a:lstStyle/>
          <a:p>
            <a:pPr>
              <a:defRPr/>
            </a:pPr>
            <a:endParaRPr 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001FE3-3C56-4123-9DE4-EF0781CB24B0}" type="slidenum">
              <a:rPr lang="en-US" altLang="zh-CN" smtClean="0"/>
              <a:pPr>
                <a:defRPr/>
              </a:pPr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694176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1" y="172870"/>
            <a:ext cx="11521440" cy="690988"/>
          </a:xfrm>
          <a:prstGeom prst="rect">
            <a:avLst/>
          </a:prstGeom>
        </p:spPr>
        <p:txBody>
          <a:bodyPr lIns="111301" tIns="55650" rIns="111301" bIns="55650"/>
          <a:lstStyle>
            <a:lvl1pPr algn="l">
              <a:defRPr sz="28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081" y="979360"/>
            <a:ext cx="11521440" cy="5352302"/>
          </a:xfrm>
          <a:prstGeom prst="rect">
            <a:avLst/>
          </a:prstGeom>
        </p:spPr>
        <p:txBody>
          <a:bodyPr lIns="111301" tIns="55650" rIns="111301" bIns="55650"/>
          <a:lstStyle>
            <a:lvl1pPr>
              <a:buClr>
                <a:schemeClr val="bg1">
                  <a:lumMod val="65000"/>
                </a:schemeClr>
              </a:buClr>
              <a:buSzPct val="60000"/>
              <a:buFont typeface="Wingdings" pitchFamily="2" charset="2"/>
              <a:buChar char="l"/>
              <a:defRPr sz="2400" b="0" baseline="0">
                <a:latin typeface="Arial" pitchFamily="34" charset="0"/>
                <a:ea typeface="微软雅黑" pitchFamily="34" charset="-122"/>
                <a:cs typeface="Arial" pitchFamily="34" charset="0"/>
              </a:defRPr>
            </a:lvl1pPr>
            <a:lvl2pPr>
              <a:buClr>
                <a:schemeClr val="bg1">
                  <a:lumMod val="75000"/>
                </a:schemeClr>
              </a:buClr>
              <a:defRPr sz="2000" baseline="0">
                <a:latin typeface="Arial" pitchFamily="34" charset="0"/>
                <a:ea typeface="微软雅黑" pitchFamily="34" charset="-122"/>
                <a:cs typeface="Arial" pitchFamily="34" charset="0"/>
              </a:defRPr>
            </a:lvl2pPr>
            <a:lvl3pPr>
              <a:buClr>
                <a:schemeClr val="bg1">
                  <a:lumMod val="75000"/>
                </a:schemeClr>
              </a:buClr>
              <a:buSzPct val="80000"/>
              <a:buFont typeface="Wingdings" pitchFamily="2" charset="2"/>
              <a:buChar char="u"/>
              <a:defRPr sz="1800" baseline="0">
                <a:latin typeface="Arial" pitchFamily="34" charset="0"/>
                <a:ea typeface="微软雅黑" pitchFamily="34" charset="-122"/>
                <a:cs typeface="Arial" pitchFamily="34" charset="0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640081" y="878548"/>
            <a:ext cx="8468491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wrap="none" lIns="111301" tIns="55651" rIns="111301" bIns="55651" anchor="ctr"/>
          <a:lstStyle/>
          <a:p>
            <a:endParaRPr lang="zh-CN" altLang="en-US" sz="290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>
          <a:xfrm>
            <a:off x="11775643" y="6552778"/>
            <a:ext cx="875799" cy="384492"/>
          </a:xfrm>
        </p:spPr>
        <p:txBody>
          <a:bodyPr/>
          <a:lstStyle/>
          <a:p>
            <a:pPr>
              <a:defRPr/>
            </a:pPr>
            <a:fld id="{EF001FE3-3C56-4123-9DE4-EF0781CB24B0}" type="slidenum">
              <a:rPr lang="en-US" altLang="zh-CN" smtClean="0"/>
              <a:pPr>
                <a:defRPr/>
              </a:pPr>
              <a:t>‹#›</a:t>
            </a:fld>
            <a:endParaRPr lang="zh-CN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>
          <a:xfrm>
            <a:off x="4376441" y="6552778"/>
            <a:ext cx="4053840" cy="384492"/>
          </a:xfrm>
        </p:spPr>
        <p:txBody>
          <a:bodyPr/>
          <a:lstStyle/>
          <a:p>
            <a:pPr>
              <a:defRPr/>
            </a:pP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66165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001FE3-3C56-4123-9DE4-EF0781CB24B0}" type="slidenum">
              <a:rPr lang="en-US" altLang="zh-CN" smtClean="0"/>
              <a:pPr>
                <a:defRPr/>
              </a:pPr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719242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1" y="172870"/>
            <a:ext cx="11521440" cy="690988"/>
          </a:xfrm>
          <a:prstGeom prst="rect">
            <a:avLst/>
          </a:prstGeom>
        </p:spPr>
        <p:txBody>
          <a:bodyPr lIns="111301" tIns="55650" rIns="111301" bIns="55650"/>
          <a:lstStyle>
            <a:lvl1pPr algn="l">
              <a:defRPr sz="28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081" y="979360"/>
            <a:ext cx="11521440" cy="5352302"/>
          </a:xfrm>
          <a:prstGeom prst="rect">
            <a:avLst/>
          </a:prstGeom>
        </p:spPr>
        <p:txBody>
          <a:bodyPr lIns="111301" tIns="55650" rIns="111301" bIns="55650"/>
          <a:lstStyle>
            <a:lvl1pPr>
              <a:buClr>
                <a:schemeClr val="bg1">
                  <a:lumMod val="65000"/>
                </a:schemeClr>
              </a:buClr>
              <a:buSzPct val="60000"/>
              <a:buFont typeface="Wingdings" pitchFamily="2" charset="2"/>
              <a:buChar char="l"/>
              <a:defRPr sz="2400" b="0" baseline="0">
                <a:latin typeface="Arial" pitchFamily="34" charset="0"/>
                <a:ea typeface="微软雅黑" pitchFamily="34" charset="-122"/>
                <a:cs typeface="Arial" pitchFamily="34" charset="0"/>
              </a:defRPr>
            </a:lvl1pPr>
            <a:lvl2pPr>
              <a:buClr>
                <a:schemeClr val="bg1">
                  <a:lumMod val="75000"/>
                </a:schemeClr>
              </a:buClr>
              <a:defRPr sz="2000" baseline="0">
                <a:latin typeface="Arial" pitchFamily="34" charset="0"/>
                <a:ea typeface="微软雅黑" pitchFamily="34" charset="-122"/>
                <a:cs typeface="Arial" pitchFamily="34" charset="0"/>
              </a:defRPr>
            </a:lvl2pPr>
            <a:lvl3pPr>
              <a:buClr>
                <a:schemeClr val="bg1">
                  <a:lumMod val="75000"/>
                </a:schemeClr>
              </a:buClr>
              <a:buSzPct val="80000"/>
              <a:buFont typeface="Wingdings" pitchFamily="2" charset="2"/>
              <a:buChar char="u"/>
              <a:defRPr sz="1800" baseline="0">
                <a:latin typeface="Arial" pitchFamily="34" charset="0"/>
                <a:ea typeface="微软雅黑" pitchFamily="34" charset="-122"/>
                <a:cs typeface="Arial" pitchFamily="34" charset="0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640080" y="878548"/>
            <a:ext cx="8468490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wrap="none" lIns="111301" tIns="55650" rIns="111301" bIns="55650" anchor="ctr"/>
          <a:lstStyle/>
          <a:p>
            <a:endParaRPr lang="zh-CN" altLang="en-US" sz="290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>
          <a:xfrm>
            <a:off x="4376441" y="6552778"/>
            <a:ext cx="4053840" cy="384492"/>
          </a:xfrm>
        </p:spPr>
        <p:txBody>
          <a:bodyPr/>
          <a:lstStyle/>
          <a:p>
            <a:pPr>
              <a:defRPr/>
            </a:pP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89654135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303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2023/12/28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087" y="6360445"/>
            <a:ext cx="12327222" cy="68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3722" y="3976938"/>
            <a:ext cx="11034157" cy="54761"/>
          </a:xfrm>
          <a:prstGeom prst="rect">
            <a:avLst/>
          </a:prstGeom>
          <a:noFill/>
        </p:spPr>
      </p:pic>
      <p:pic>
        <p:nvPicPr>
          <p:cNvPr id="12" name="Picture 2" descr="C:\Users\wumin\Desktop\LOGO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1530" y="2047952"/>
            <a:ext cx="2723976" cy="8663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78717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2023/12/28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419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8" y="4627246"/>
            <a:ext cx="10881360" cy="1430179"/>
          </a:xfrm>
        </p:spPr>
        <p:txBody>
          <a:bodyPr anchor="t"/>
          <a:lstStyle>
            <a:lvl1pPr algn="l">
              <a:defRPr sz="4788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8" y="3052049"/>
            <a:ext cx="10881360" cy="1575197"/>
          </a:xfrm>
        </p:spPr>
        <p:txBody>
          <a:bodyPr anchor="b"/>
          <a:lstStyle>
            <a:lvl1pPr marL="0" indent="0">
              <a:buNone/>
              <a:defRPr sz="2394">
                <a:solidFill>
                  <a:schemeClr val="tx1">
                    <a:tint val="75000"/>
                  </a:schemeClr>
                </a:solidFill>
              </a:defRPr>
            </a:lvl1pPr>
            <a:lvl2pPr marL="547314" indent="0">
              <a:buNone/>
              <a:defRPr sz="2155">
                <a:solidFill>
                  <a:schemeClr val="tx1">
                    <a:tint val="75000"/>
                  </a:schemeClr>
                </a:solidFill>
              </a:defRPr>
            </a:lvl2pPr>
            <a:lvl3pPr marL="1094628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3pPr>
            <a:lvl4pPr marL="1641942" indent="0">
              <a:buNone/>
              <a:defRPr sz="1676">
                <a:solidFill>
                  <a:schemeClr val="tx1">
                    <a:tint val="75000"/>
                  </a:schemeClr>
                </a:solidFill>
              </a:defRPr>
            </a:lvl4pPr>
            <a:lvl5pPr marL="2189256" indent="0">
              <a:buNone/>
              <a:defRPr sz="1676">
                <a:solidFill>
                  <a:schemeClr val="tx1">
                    <a:tint val="75000"/>
                  </a:schemeClr>
                </a:solidFill>
              </a:defRPr>
            </a:lvl5pPr>
            <a:lvl6pPr marL="2736571" indent="0">
              <a:buNone/>
              <a:defRPr sz="1676">
                <a:solidFill>
                  <a:schemeClr val="tx1">
                    <a:tint val="75000"/>
                  </a:schemeClr>
                </a:solidFill>
              </a:defRPr>
            </a:lvl6pPr>
            <a:lvl7pPr marL="3283885" indent="0">
              <a:buNone/>
              <a:defRPr sz="1676">
                <a:solidFill>
                  <a:schemeClr val="tx1">
                    <a:tint val="75000"/>
                  </a:schemeClr>
                </a:solidFill>
              </a:defRPr>
            </a:lvl7pPr>
            <a:lvl8pPr marL="3831199" indent="0">
              <a:buNone/>
              <a:defRPr sz="1676">
                <a:solidFill>
                  <a:schemeClr val="tx1">
                    <a:tint val="75000"/>
                  </a:schemeClr>
                </a:solidFill>
              </a:defRPr>
            </a:lvl8pPr>
            <a:lvl9pPr marL="4378513" indent="0">
              <a:buNone/>
              <a:defRPr sz="16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2023/12/28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Picture 3" descr="C:\Users\wumin\Desktop\4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38503" y="2910450"/>
            <a:ext cx="3113975" cy="770648"/>
          </a:xfrm>
          <a:prstGeom prst="rect">
            <a:avLst/>
          </a:prstGeom>
          <a:noFill/>
        </p:spPr>
      </p:pic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4087" y="6360445"/>
            <a:ext cx="12327222" cy="68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3722" y="3976938"/>
            <a:ext cx="11034157" cy="547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00338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48983" y="1473518"/>
            <a:ext cx="6629717" cy="4165521"/>
          </a:xfrm>
        </p:spPr>
        <p:txBody>
          <a:bodyPr/>
          <a:lstStyle>
            <a:lvl1pPr>
              <a:defRPr sz="3352"/>
            </a:lvl1pPr>
            <a:lvl2pPr>
              <a:defRPr sz="2873"/>
            </a:lvl2pPr>
            <a:lvl3pPr>
              <a:defRPr sz="2394"/>
            </a:lvl3pPr>
            <a:lvl4pPr>
              <a:defRPr sz="2155"/>
            </a:lvl4pPr>
            <a:lvl5pPr>
              <a:defRPr sz="2155"/>
            </a:lvl5pPr>
            <a:lvl6pPr>
              <a:defRPr sz="2155"/>
            </a:lvl6pPr>
            <a:lvl7pPr>
              <a:defRPr sz="2155"/>
            </a:lvl7pPr>
            <a:lvl8pPr>
              <a:defRPr sz="2155"/>
            </a:lvl8pPr>
            <a:lvl9pPr>
              <a:defRPr sz="21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592061" y="1473518"/>
            <a:ext cx="6629718" cy="4165521"/>
          </a:xfrm>
        </p:spPr>
        <p:txBody>
          <a:bodyPr/>
          <a:lstStyle>
            <a:lvl1pPr>
              <a:defRPr sz="3352"/>
            </a:lvl1pPr>
            <a:lvl2pPr>
              <a:defRPr sz="2873"/>
            </a:lvl2pPr>
            <a:lvl3pPr>
              <a:defRPr sz="2394"/>
            </a:lvl3pPr>
            <a:lvl4pPr>
              <a:defRPr sz="2155"/>
            </a:lvl4pPr>
            <a:lvl5pPr>
              <a:defRPr sz="2155"/>
            </a:lvl5pPr>
            <a:lvl6pPr>
              <a:defRPr sz="2155"/>
            </a:lvl6pPr>
            <a:lvl7pPr>
              <a:defRPr sz="2155"/>
            </a:lvl7pPr>
            <a:lvl8pPr>
              <a:defRPr sz="2155"/>
            </a:lvl8pPr>
            <a:lvl9pPr>
              <a:defRPr sz="21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2023/12/28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993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0" y="288370"/>
            <a:ext cx="1152144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0" y="1611869"/>
            <a:ext cx="5656263" cy="671750"/>
          </a:xfrm>
        </p:spPr>
        <p:txBody>
          <a:bodyPr anchor="b"/>
          <a:lstStyle>
            <a:lvl1pPr marL="0" indent="0">
              <a:buNone/>
              <a:defRPr sz="2873" b="1"/>
            </a:lvl1pPr>
            <a:lvl2pPr marL="547314" indent="0">
              <a:buNone/>
              <a:defRPr sz="2394" b="1"/>
            </a:lvl2pPr>
            <a:lvl3pPr marL="1094628" indent="0">
              <a:buNone/>
              <a:defRPr sz="2155" b="1"/>
            </a:lvl3pPr>
            <a:lvl4pPr marL="1641942" indent="0">
              <a:buNone/>
              <a:defRPr sz="1915" b="1"/>
            </a:lvl4pPr>
            <a:lvl5pPr marL="2189256" indent="0">
              <a:buNone/>
              <a:defRPr sz="1915" b="1"/>
            </a:lvl5pPr>
            <a:lvl6pPr marL="2736571" indent="0">
              <a:buNone/>
              <a:defRPr sz="1915" b="1"/>
            </a:lvl6pPr>
            <a:lvl7pPr marL="3283885" indent="0">
              <a:buNone/>
              <a:defRPr sz="1915" b="1"/>
            </a:lvl7pPr>
            <a:lvl8pPr marL="3831199" indent="0">
              <a:buNone/>
              <a:defRPr sz="1915" b="1"/>
            </a:lvl8pPr>
            <a:lvl9pPr marL="4378513" indent="0">
              <a:buNone/>
              <a:defRPr sz="191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0" y="2283619"/>
            <a:ext cx="5656263" cy="4148853"/>
          </a:xfrm>
        </p:spPr>
        <p:txBody>
          <a:bodyPr/>
          <a:lstStyle>
            <a:lvl1pPr>
              <a:defRPr sz="2873"/>
            </a:lvl1pPr>
            <a:lvl2pPr>
              <a:defRPr sz="2394"/>
            </a:lvl2pPr>
            <a:lvl3pPr>
              <a:defRPr sz="2155"/>
            </a:lvl3pPr>
            <a:lvl4pPr>
              <a:defRPr sz="1915"/>
            </a:lvl4pPr>
            <a:lvl5pPr>
              <a:defRPr sz="1915"/>
            </a:lvl5pPr>
            <a:lvl6pPr>
              <a:defRPr sz="1915"/>
            </a:lvl6pPr>
            <a:lvl7pPr>
              <a:defRPr sz="1915"/>
            </a:lvl7pPr>
            <a:lvl8pPr>
              <a:defRPr sz="1915"/>
            </a:lvl8pPr>
            <a:lvl9pPr>
              <a:defRPr sz="19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2873" b="1"/>
            </a:lvl1pPr>
            <a:lvl2pPr marL="547314" indent="0">
              <a:buNone/>
              <a:defRPr sz="2394" b="1"/>
            </a:lvl2pPr>
            <a:lvl3pPr marL="1094628" indent="0">
              <a:buNone/>
              <a:defRPr sz="2155" b="1"/>
            </a:lvl3pPr>
            <a:lvl4pPr marL="1641942" indent="0">
              <a:buNone/>
              <a:defRPr sz="1915" b="1"/>
            </a:lvl4pPr>
            <a:lvl5pPr marL="2189256" indent="0">
              <a:buNone/>
              <a:defRPr sz="1915" b="1"/>
            </a:lvl5pPr>
            <a:lvl6pPr marL="2736571" indent="0">
              <a:buNone/>
              <a:defRPr sz="1915" b="1"/>
            </a:lvl6pPr>
            <a:lvl7pPr marL="3283885" indent="0">
              <a:buNone/>
              <a:defRPr sz="1915" b="1"/>
            </a:lvl7pPr>
            <a:lvl8pPr marL="3831199" indent="0">
              <a:buNone/>
              <a:defRPr sz="1915" b="1"/>
            </a:lvl8pPr>
            <a:lvl9pPr marL="4378513" indent="0">
              <a:buNone/>
              <a:defRPr sz="191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3"/>
          </a:xfrm>
        </p:spPr>
        <p:txBody>
          <a:bodyPr/>
          <a:lstStyle>
            <a:lvl1pPr>
              <a:defRPr sz="2873"/>
            </a:lvl1pPr>
            <a:lvl2pPr>
              <a:defRPr sz="2394"/>
            </a:lvl2pPr>
            <a:lvl3pPr>
              <a:defRPr sz="2155"/>
            </a:lvl3pPr>
            <a:lvl4pPr>
              <a:defRPr sz="1915"/>
            </a:lvl4pPr>
            <a:lvl5pPr>
              <a:defRPr sz="1915"/>
            </a:lvl5pPr>
            <a:lvl6pPr>
              <a:defRPr sz="1915"/>
            </a:lvl6pPr>
            <a:lvl7pPr>
              <a:defRPr sz="1915"/>
            </a:lvl7pPr>
            <a:lvl8pPr>
              <a:defRPr sz="1915"/>
            </a:lvl8pPr>
            <a:lvl9pPr>
              <a:defRPr sz="19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2023/12/28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133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2023/12/28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74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2023/12/28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093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2" y="286703"/>
            <a:ext cx="4211638" cy="1220153"/>
          </a:xfrm>
        </p:spPr>
        <p:txBody>
          <a:bodyPr anchor="b"/>
          <a:lstStyle>
            <a:lvl1pPr algn="l">
              <a:defRPr sz="2394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0" y="286703"/>
            <a:ext cx="7156450" cy="6145769"/>
          </a:xfrm>
        </p:spPr>
        <p:txBody>
          <a:bodyPr/>
          <a:lstStyle>
            <a:lvl1pPr>
              <a:defRPr sz="3831"/>
            </a:lvl1pPr>
            <a:lvl2pPr>
              <a:defRPr sz="3352"/>
            </a:lvl2pPr>
            <a:lvl3pPr>
              <a:defRPr sz="2873"/>
            </a:lvl3pPr>
            <a:lvl4pPr>
              <a:defRPr sz="2394"/>
            </a:lvl4pPr>
            <a:lvl5pPr>
              <a:defRPr sz="2394"/>
            </a:lvl5pPr>
            <a:lvl6pPr>
              <a:defRPr sz="2394"/>
            </a:lvl6pPr>
            <a:lvl7pPr>
              <a:defRPr sz="2394"/>
            </a:lvl7pPr>
            <a:lvl8pPr>
              <a:defRPr sz="2394"/>
            </a:lvl8pPr>
            <a:lvl9pPr>
              <a:defRPr sz="239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2" y="1506855"/>
            <a:ext cx="4211638" cy="4925616"/>
          </a:xfrm>
        </p:spPr>
        <p:txBody>
          <a:bodyPr/>
          <a:lstStyle>
            <a:lvl1pPr marL="0" indent="0">
              <a:buNone/>
              <a:defRPr sz="1676"/>
            </a:lvl1pPr>
            <a:lvl2pPr marL="547314" indent="0">
              <a:buNone/>
              <a:defRPr sz="1437"/>
            </a:lvl2pPr>
            <a:lvl3pPr marL="1094628" indent="0">
              <a:buNone/>
              <a:defRPr sz="1197"/>
            </a:lvl3pPr>
            <a:lvl4pPr marL="1641942" indent="0">
              <a:buNone/>
              <a:defRPr sz="1077"/>
            </a:lvl4pPr>
            <a:lvl5pPr marL="2189256" indent="0">
              <a:buNone/>
              <a:defRPr sz="1077"/>
            </a:lvl5pPr>
            <a:lvl6pPr marL="2736571" indent="0">
              <a:buNone/>
              <a:defRPr sz="1077"/>
            </a:lvl6pPr>
            <a:lvl7pPr marL="3283885" indent="0">
              <a:buNone/>
              <a:defRPr sz="1077"/>
            </a:lvl7pPr>
            <a:lvl8pPr marL="3831199" indent="0">
              <a:buNone/>
              <a:defRPr sz="1077"/>
            </a:lvl8pPr>
            <a:lvl9pPr marL="4378513" indent="0">
              <a:buNone/>
              <a:defRPr sz="107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2023/12/28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638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0"/>
            <a:ext cx="7680960" cy="595075"/>
          </a:xfrm>
        </p:spPr>
        <p:txBody>
          <a:bodyPr anchor="b"/>
          <a:lstStyle>
            <a:lvl1pPr algn="l">
              <a:defRPr sz="2394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/>
          <a:lstStyle>
            <a:lvl1pPr marL="0" indent="0">
              <a:buNone/>
              <a:defRPr sz="3831"/>
            </a:lvl1pPr>
            <a:lvl2pPr marL="547314" indent="0">
              <a:buNone/>
              <a:defRPr sz="3352"/>
            </a:lvl2pPr>
            <a:lvl3pPr marL="1094628" indent="0">
              <a:buNone/>
              <a:defRPr sz="2873"/>
            </a:lvl3pPr>
            <a:lvl4pPr marL="1641942" indent="0">
              <a:buNone/>
              <a:defRPr sz="2394"/>
            </a:lvl4pPr>
            <a:lvl5pPr marL="2189256" indent="0">
              <a:buNone/>
              <a:defRPr sz="2394"/>
            </a:lvl5pPr>
            <a:lvl6pPr marL="2736571" indent="0">
              <a:buNone/>
              <a:defRPr sz="2394"/>
            </a:lvl6pPr>
            <a:lvl7pPr marL="3283885" indent="0">
              <a:buNone/>
              <a:defRPr sz="2394"/>
            </a:lvl7pPr>
            <a:lvl8pPr marL="3831199" indent="0">
              <a:buNone/>
              <a:defRPr sz="2394"/>
            </a:lvl8pPr>
            <a:lvl9pPr marL="4378513" indent="0">
              <a:buNone/>
              <a:defRPr sz="2394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04"/>
            <a:ext cx="7680960" cy="845105"/>
          </a:xfrm>
        </p:spPr>
        <p:txBody>
          <a:bodyPr/>
          <a:lstStyle>
            <a:lvl1pPr marL="0" indent="0">
              <a:buNone/>
              <a:defRPr sz="1676"/>
            </a:lvl1pPr>
            <a:lvl2pPr marL="547314" indent="0">
              <a:buNone/>
              <a:defRPr sz="1437"/>
            </a:lvl2pPr>
            <a:lvl3pPr marL="1094628" indent="0">
              <a:buNone/>
              <a:defRPr sz="1197"/>
            </a:lvl3pPr>
            <a:lvl4pPr marL="1641942" indent="0">
              <a:buNone/>
              <a:defRPr sz="1077"/>
            </a:lvl4pPr>
            <a:lvl5pPr marL="2189256" indent="0">
              <a:buNone/>
              <a:defRPr sz="1077"/>
            </a:lvl5pPr>
            <a:lvl6pPr marL="2736571" indent="0">
              <a:buNone/>
              <a:defRPr sz="1077"/>
            </a:lvl6pPr>
            <a:lvl7pPr marL="3283885" indent="0">
              <a:buNone/>
              <a:defRPr sz="1077"/>
            </a:lvl7pPr>
            <a:lvl8pPr marL="3831199" indent="0">
              <a:buNone/>
              <a:defRPr sz="1077"/>
            </a:lvl8pPr>
            <a:lvl9pPr marL="4378513" indent="0">
              <a:buNone/>
              <a:defRPr sz="107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2023/12/28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060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2023/12/28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5838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854690" y="253366"/>
            <a:ext cx="3367089" cy="538567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48983" y="253366"/>
            <a:ext cx="9892347" cy="538567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2023/12/28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904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通用页面</a:t>
            </a:r>
          </a:p>
        </p:txBody>
      </p:sp>
    </p:spTree>
    <p:extLst>
      <p:ext uri="{BB962C8B-B14F-4D97-AF65-F5344CB8AC3E}">
        <p14:creationId xmlns:p14="http://schemas.microsoft.com/office/powerpoint/2010/main" val="127532032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目录页面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  <a:noFill/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76568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观点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观点</a:t>
            </a:r>
            <a:r>
              <a:rPr lang="en-US" altLang="zh-CN" dirty="0"/>
              <a:t>/</a:t>
            </a:r>
            <a:r>
              <a:rPr lang="zh-CN" altLang="en-US" dirty="0"/>
              <a:t>说明页面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78986"/>
            <a:ext cx="12801600" cy="1255281"/>
          </a:xfrm>
          <a:prstGeom prst="rect">
            <a:avLst/>
          </a:prstGeom>
          <a:noFill/>
        </p:spPr>
        <p:txBody>
          <a:bodyPr lIns="540000" tIns="108000" rIns="540000">
            <a:spAutoFit/>
          </a:bodyPr>
          <a:lstStyle>
            <a:lvl1pPr marL="36004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89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 marL="84010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68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47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22725460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内容页面_白色版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内容页面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97282"/>
            <a:ext cx="12801600" cy="1203753"/>
          </a:xfrm>
          <a:prstGeom prst="rect">
            <a:avLst/>
          </a:prstGeom>
          <a:noFill/>
        </p:spPr>
        <p:txBody>
          <a:bodyPr lIns="396000" tIns="144000" rIns="540000" bIns="144000">
            <a:spAutoFit/>
          </a:bodyPr>
          <a:lstStyle>
            <a:lvl1pPr>
              <a:lnSpc>
                <a:spcPct val="120000"/>
              </a:lnSpc>
              <a:defRPr sz="147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>
              <a:lnSpc>
                <a:spcPct val="120000"/>
              </a:lnSpc>
              <a:defRPr sz="126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defRPr sz="1155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86639743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附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altLang="zh-CN" dirty="0"/>
              <a:t>Appendix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1442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470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pattFill prst="open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0110" y="172261"/>
            <a:ext cx="11041380" cy="696754"/>
          </a:xfrm>
        </p:spPr>
        <p:txBody>
          <a:bodyPr>
            <a:normAutofit/>
          </a:bodyPr>
          <a:lstStyle>
            <a:lvl1pPr algn="ctr">
              <a:defRPr sz="3920" b="1">
                <a:solidFill>
                  <a:srgbClr val="445D73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389127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30"/>
            <a:ext cx="11521440" cy="5443200"/>
          </a:xfrm>
          <a:prstGeom prst="rect">
            <a:avLst/>
          </a:prstGeom>
        </p:spPr>
        <p:txBody>
          <a:bodyPr lIns="76179" tIns="38089" rIns="76179" bIns="38089"/>
          <a:lstStyle>
            <a:lvl1pPr>
              <a:defRPr sz="2016">
                <a:latin typeface="+mj-ea"/>
                <a:ea typeface="+mj-ea"/>
              </a:defRPr>
            </a:lvl1pPr>
            <a:lvl2pPr>
              <a:defRPr sz="2016">
                <a:latin typeface="+mj-ea"/>
                <a:ea typeface="+mj-ea"/>
              </a:defRPr>
            </a:lvl2pPr>
            <a:lvl3pPr>
              <a:defRPr sz="1764">
                <a:latin typeface="+mj-ea"/>
                <a:ea typeface="+mj-ea"/>
              </a:defRPr>
            </a:lvl3pPr>
            <a:lvl4pPr>
              <a:defRPr sz="1764">
                <a:latin typeface="+mj-ea"/>
                <a:ea typeface="+mj-ea"/>
              </a:defRPr>
            </a:lvl4pPr>
            <a:lvl5pPr>
              <a:defRPr sz="1764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Rectangle 9"/>
          <p:cNvSpPr txBox="1">
            <a:spLocks noChangeArrowheads="1"/>
          </p:cNvSpPr>
          <p:nvPr userDrawn="1"/>
        </p:nvSpPr>
        <p:spPr>
          <a:xfrm>
            <a:off x="9829286" y="6868736"/>
            <a:ext cx="2985760" cy="501431"/>
          </a:xfrm>
          <a:prstGeom prst="rect">
            <a:avLst/>
          </a:prstGeom>
          <a:ln/>
        </p:spPr>
        <p:txBody>
          <a:bodyPr lIns="95986" tIns="47992" rIns="95986" bIns="47992"/>
          <a:lstStyle>
            <a:lvl1pPr>
              <a:defRPr/>
            </a:lvl1pPr>
          </a:lstStyle>
          <a:p>
            <a:pPr algn="r" defTabSz="959851">
              <a:defRPr/>
            </a:pPr>
            <a:endParaRPr lang="en-US" altLang="zh-CN" sz="1512" dirty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40081" y="288370"/>
            <a:ext cx="11521440" cy="611725"/>
          </a:xfrm>
          <a:prstGeom prst="rect">
            <a:avLst/>
          </a:prstGeom>
        </p:spPr>
        <p:txBody>
          <a:bodyPr lIns="91429" tIns="45715" rIns="91429" bIns="45715" anchor="ctr" anchorCtr="0"/>
          <a:lstStyle>
            <a:lvl1pPr algn="l">
              <a:defRPr sz="3024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15201" tIns="57601" rIns="115201" bIns="57601"/>
          <a:lstStyle/>
          <a:p>
            <a:pPr defTabSz="1152013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68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790965"/>
            <a:ext cx="8885863" cy="334169"/>
          </a:xfrm>
          <a:prstGeom prst="rect">
            <a:avLst/>
          </a:prstGeom>
        </p:spPr>
        <p:txBody>
          <a:bodyPr lIns="76179" tIns="38089" rIns="76179" bIns="38089" anchor="ctr"/>
          <a:lstStyle>
            <a:lvl1pPr marL="0" indent="0">
              <a:buNone/>
              <a:tabLst/>
              <a:defRPr kumimoji="0" lang="zh-CN" altLang="en-US" sz="126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</p:spTree>
    <p:extLst>
      <p:ext uri="{BB962C8B-B14F-4D97-AF65-F5344CB8AC3E}">
        <p14:creationId xmlns:p14="http://schemas.microsoft.com/office/powerpoint/2010/main" val="2954264944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/>
          <p:cNvSpPr>
            <a:spLocks noChangeArrowheads="1"/>
          </p:cNvSpPr>
          <p:nvPr userDrawn="1"/>
        </p:nvSpPr>
        <p:spPr bwMode="auto">
          <a:xfrm>
            <a:off x="1" y="0"/>
            <a:ext cx="12801600" cy="102976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68">
              <a:solidFill>
                <a:prstClr val="black"/>
              </a:solidFill>
              <a:latin typeface="Arial"/>
              <a:ea typeface="SimSun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 userDrawn="1">
            <p:ph type="title" idx="4294967295"/>
          </p:nvPr>
        </p:nvSpPr>
        <p:spPr>
          <a:xfrm>
            <a:off x="90" y="-28752"/>
            <a:ext cx="9899769" cy="756084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algn="l"/>
            <a:endParaRPr lang="zh-CN" altLang="en-US" sz="3528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094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29"/>
            <a:ext cx="11521440" cy="5661285"/>
          </a:xfrm>
          <a:prstGeom prst="rect">
            <a:avLst/>
          </a:prstGeom>
        </p:spPr>
        <p:txBody>
          <a:bodyPr lIns="91429" tIns="45715" rIns="91429" bIns="45715"/>
          <a:lstStyle>
            <a:lvl1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2041" baseline="0">
                <a:latin typeface="Arial" panose="020B0604020202020204" pitchFamily="34" charset="0"/>
                <a:ea typeface="微软雅黑" pitchFamily="34" charset="-122"/>
              </a:defRPr>
            </a:lvl1pPr>
            <a:lvl2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814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588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361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247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3680" tIns="51842" rIns="103680" bIns="51842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4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824877"/>
            <a:ext cx="6200775" cy="288036"/>
          </a:xfrm>
          <a:prstGeom prst="rect">
            <a:avLst/>
          </a:prstGeom>
        </p:spPr>
        <p:txBody>
          <a:bodyPr lIns="76179" tIns="38089" rIns="76179" bIns="38089" anchor="ctr"/>
          <a:lstStyle>
            <a:lvl1pPr>
              <a:buNone/>
              <a:defRPr kumimoji="0" lang="zh-CN" altLang="en-US" sz="1134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40080" y="250032"/>
            <a:ext cx="11506958" cy="505064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369665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通用页面</a:t>
            </a:r>
          </a:p>
        </p:txBody>
      </p:sp>
    </p:spTree>
    <p:extLst>
      <p:ext uri="{BB962C8B-B14F-4D97-AF65-F5344CB8AC3E}">
        <p14:creationId xmlns:p14="http://schemas.microsoft.com/office/powerpoint/2010/main" val="59567712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目录页面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  <a:noFill/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62303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观点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观点</a:t>
            </a:r>
            <a:r>
              <a:rPr lang="en-US" altLang="zh-CN" dirty="0"/>
              <a:t>/</a:t>
            </a:r>
            <a:r>
              <a:rPr lang="zh-CN" altLang="en-US" dirty="0"/>
              <a:t>说明页面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78986"/>
            <a:ext cx="12801600" cy="1255281"/>
          </a:xfrm>
          <a:prstGeom prst="rect">
            <a:avLst/>
          </a:prstGeom>
          <a:noFill/>
        </p:spPr>
        <p:txBody>
          <a:bodyPr lIns="540000" tIns="108000" rIns="540000">
            <a:spAutoFit/>
          </a:bodyPr>
          <a:lstStyle>
            <a:lvl1pPr marL="36004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89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 marL="84010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68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47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205928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内容页面_白色版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内容页面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97282"/>
            <a:ext cx="12801600" cy="1203753"/>
          </a:xfrm>
          <a:prstGeom prst="rect">
            <a:avLst/>
          </a:prstGeom>
          <a:noFill/>
        </p:spPr>
        <p:txBody>
          <a:bodyPr lIns="396000" tIns="144000" rIns="540000" bIns="144000">
            <a:spAutoFit/>
          </a:bodyPr>
          <a:lstStyle>
            <a:lvl1pPr>
              <a:lnSpc>
                <a:spcPct val="120000"/>
              </a:lnSpc>
              <a:defRPr sz="147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>
              <a:lnSpc>
                <a:spcPct val="120000"/>
              </a:lnSpc>
              <a:defRPr sz="126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defRPr sz="1155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213359439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附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altLang="zh-CN" dirty="0"/>
              <a:t>Appendix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246655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74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pattFill prst="open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0110" y="172261"/>
            <a:ext cx="11041380" cy="696754"/>
          </a:xfrm>
        </p:spPr>
        <p:txBody>
          <a:bodyPr>
            <a:normAutofit/>
          </a:bodyPr>
          <a:lstStyle>
            <a:lvl1pPr algn="ctr">
              <a:defRPr sz="3920" b="1">
                <a:solidFill>
                  <a:srgbClr val="445D73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682298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30"/>
            <a:ext cx="11521440" cy="5443200"/>
          </a:xfrm>
          <a:prstGeom prst="rect">
            <a:avLst/>
          </a:prstGeom>
        </p:spPr>
        <p:txBody>
          <a:bodyPr lIns="76179" tIns="38089" rIns="76179" bIns="38089"/>
          <a:lstStyle>
            <a:lvl1pPr>
              <a:defRPr sz="2016">
                <a:latin typeface="+mj-ea"/>
                <a:ea typeface="+mj-ea"/>
              </a:defRPr>
            </a:lvl1pPr>
            <a:lvl2pPr>
              <a:defRPr sz="2016">
                <a:latin typeface="+mj-ea"/>
                <a:ea typeface="+mj-ea"/>
              </a:defRPr>
            </a:lvl2pPr>
            <a:lvl3pPr>
              <a:defRPr sz="1764">
                <a:latin typeface="+mj-ea"/>
                <a:ea typeface="+mj-ea"/>
              </a:defRPr>
            </a:lvl3pPr>
            <a:lvl4pPr>
              <a:defRPr sz="1764">
                <a:latin typeface="+mj-ea"/>
                <a:ea typeface="+mj-ea"/>
              </a:defRPr>
            </a:lvl4pPr>
            <a:lvl5pPr>
              <a:defRPr sz="1764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Rectangle 9"/>
          <p:cNvSpPr txBox="1">
            <a:spLocks noChangeArrowheads="1"/>
          </p:cNvSpPr>
          <p:nvPr userDrawn="1"/>
        </p:nvSpPr>
        <p:spPr>
          <a:xfrm>
            <a:off x="9829286" y="6868736"/>
            <a:ext cx="2985760" cy="501431"/>
          </a:xfrm>
          <a:prstGeom prst="rect">
            <a:avLst/>
          </a:prstGeom>
          <a:ln/>
        </p:spPr>
        <p:txBody>
          <a:bodyPr lIns="95986" tIns="47992" rIns="95986" bIns="47992"/>
          <a:lstStyle>
            <a:lvl1pPr>
              <a:defRPr/>
            </a:lvl1pPr>
          </a:lstStyle>
          <a:p>
            <a:pPr algn="r" defTabSz="959851">
              <a:defRPr/>
            </a:pPr>
            <a:endParaRPr lang="en-US" altLang="zh-CN" sz="1512" dirty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40081" y="288370"/>
            <a:ext cx="11521440" cy="611725"/>
          </a:xfrm>
          <a:prstGeom prst="rect">
            <a:avLst/>
          </a:prstGeom>
        </p:spPr>
        <p:txBody>
          <a:bodyPr lIns="91429" tIns="45715" rIns="91429" bIns="45715" anchor="ctr" anchorCtr="0"/>
          <a:lstStyle>
            <a:lvl1pPr algn="l">
              <a:defRPr sz="3024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15201" tIns="57601" rIns="115201" bIns="57601"/>
          <a:lstStyle/>
          <a:p>
            <a:pPr defTabSz="1152013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68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790965"/>
            <a:ext cx="8885863" cy="334169"/>
          </a:xfrm>
          <a:prstGeom prst="rect">
            <a:avLst/>
          </a:prstGeom>
        </p:spPr>
        <p:txBody>
          <a:bodyPr lIns="76179" tIns="38089" rIns="76179" bIns="38089" anchor="ctr"/>
          <a:lstStyle>
            <a:lvl1pPr marL="0" indent="0">
              <a:buNone/>
              <a:tabLst/>
              <a:defRPr kumimoji="0" lang="zh-CN" altLang="en-US" sz="126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</p:spTree>
    <p:extLst>
      <p:ext uri="{BB962C8B-B14F-4D97-AF65-F5344CB8AC3E}">
        <p14:creationId xmlns:p14="http://schemas.microsoft.com/office/powerpoint/2010/main" val="3458638277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/>
          <p:cNvSpPr>
            <a:spLocks noChangeArrowheads="1"/>
          </p:cNvSpPr>
          <p:nvPr userDrawn="1"/>
        </p:nvSpPr>
        <p:spPr bwMode="auto">
          <a:xfrm>
            <a:off x="1" y="0"/>
            <a:ext cx="12801600" cy="102976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68">
              <a:solidFill>
                <a:prstClr val="black"/>
              </a:solidFill>
              <a:latin typeface="Arial"/>
              <a:ea typeface="SimSun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 userDrawn="1">
            <p:ph type="title" idx="4294967295"/>
          </p:nvPr>
        </p:nvSpPr>
        <p:spPr>
          <a:xfrm>
            <a:off x="90" y="-28752"/>
            <a:ext cx="9899769" cy="756084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algn="l"/>
            <a:endParaRPr lang="zh-CN" altLang="en-US" sz="3528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6481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29"/>
            <a:ext cx="11521440" cy="5661285"/>
          </a:xfrm>
          <a:prstGeom prst="rect">
            <a:avLst/>
          </a:prstGeom>
        </p:spPr>
        <p:txBody>
          <a:bodyPr lIns="91429" tIns="45715" rIns="91429" bIns="45715"/>
          <a:lstStyle>
            <a:lvl1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2041" baseline="0">
                <a:latin typeface="Arial" panose="020B0604020202020204" pitchFamily="34" charset="0"/>
                <a:ea typeface="微软雅黑" pitchFamily="34" charset="-122"/>
              </a:defRPr>
            </a:lvl1pPr>
            <a:lvl2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814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588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361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247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3680" tIns="51842" rIns="103680" bIns="51842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4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824877"/>
            <a:ext cx="6200775" cy="288036"/>
          </a:xfrm>
          <a:prstGeom prst="rect">
            <a:avLst/>
          </a:prstGeom>
        </p:spPr>
        <p:txBody>
          <a:bodyPr lIns="76179" tIns="38089" rIns="76179" bIns="38089" anchor="ctr"/>
          <a:lstStyle>
            <a:lvl1pPr>
              <a:buNone/>
              <a:defRPr kumimoji="0" lang="zh-CN" altLang="en-US" sz="1134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40080" y="250032"/>
            <a:ext cx="11506958" cy="505064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760835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通用页面</a:t>
            </a:r>
          </a:p>
        </p:txBody>
      </p:sp>
    </p:spTree>
    <p:extLst>
      <p:ext uri="{BB962C8B-B14F-4D97-AF65-F5344CB8AC3E}">
        <p14:creationId xmlns:p14="http://schemas.microsoft.com/office/powerpoint/2010/main" val="317213712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目录页面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  <a:noFill/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516727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观点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观点</a:t>
            </a:r>
            <a:r>
              <a:rPr lang="en-US" altLang="zh-CN" dirty="0"/>
              <a:t>/</a:t>
            </a:r>
            <a:r>
              <a:rPr lang="zh-CN" altLang="en-US" dirty="0"/>
              <a:t>说明页面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78986"/>
            <a:ext cx="12801600" cy="1255281"/>
          </a:xfrm>
          <a:prstGeom prst="rect">
            <a:avLst/>
          </a:prstGeom>
          <a:noFill/>
        </p:spPr>
        <p:txBody>
          <a:bodyPr lIns="540000" tIns="108000" rIns="540000">
            <a:spAutoFit/>
          </a:bodyPr>
          <a:lstStyle>
            <a:lvl1pPr marL="36004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89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 marL="84010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68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47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16492146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内容页面_白色版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内容页面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97282"/>
            <a:ext cx="12801600" cy="1143418"/>
          </a:xfrm>
          <a:prstGeom prst="rect">
            <a:avLst/>
          </a:prstGeom>
          <a:noFill/>
        </p:spPr>
        <p:txBody>
          <a:bodyPr lIns="396000" tIns="144000" rIns="540000" bIns="144000">
            <a:spAutoFit/>
          </a:bodyPr>
          <a:lstStyle>
            <a:lvl1pPr>
              <a:lnSpc>
                <a:spcPct val="120000"/>
              </a:lnSpc>
              <a:defRPr sz="147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>
              <a:lnSpc>
                <a:spcPct val="120000"/>
              </a:lnSpc>
              <a:defRPr sz="126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defRPr sz="1155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233966733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附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altLang="zh-CN" dirty="0"/>
              <a:t>Appendix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460423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9127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pattFill prst="open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0110" y="172261"/>
            <a:ext cx="11041380" cy="696754"/>
          </a:xfrm>
        </p:spPr>
        <p:txBody>
          <a:bodyPr>
            <a:normAutofit/>
          </a:bodyPr>
          <a:lstStyle>
            <a:lvl1pPr algn="ctr">
              <a:defRPr sz="3920" b="1">
                <a:solidFill>
                  <a:srgbClr val="445D73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092487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30"/>
            <a:ext cx="11521440" cy="5443200"/>
          </a:xfrm>
          <a:prstGeom prst="rect">
            <a:avLst/>
          </a:prstGeom>
        </p:spPr>
        <p:txBody>
          <a:bodyPr lIns="76179" tIns="38089" rIns="76179" bIns="38089"/>
          <a:lstStyle>
            <a:lvl1pPr>
              <a:defRPr sz="2016">
                <a:latin typeface="+mj-ea"/>
                <a:ea typeface="+mj-ea"/>
              </a:defRPr>
            </a:lvl1pPr>
            <a:lvl2pPr>
              <a:defRPr sz="2016">
                <a:latin typeface="+mj-ea"/>
                <a:ea typeface="+mj-ea"/>
              </a:defRPr>
            </a:lvl2pPr>
            <a:lvl3pPr>
              <a:defRPr sz="1764">
                <a:latin typeface="+mj-ea"/>
                <a:ea typeface="+mj-ea"/>
              </a:defRPr>
            </a:lvl3pPr>
            <a:lvl4pPr>
              <a:defRPr sz="1764">
                <a:latin typeface="+mj-ea"/>
                <a:ea typeface="+mj-ea"/>
              </a:defRPr>
            </a:lvl4pPr>
            <a:lvl5pPr>
              <a:defRPr sz="1764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Rectangle 9"/>
          <p:cNvSpPr txBox="1">
            <a:spLocks noChangeArrowheads="1"/>
          </p:cNvSpPr>
          <p:nvPr userDrawn="1"/>
        </p:nvSpPr>
        <p:spPr>
          <a:xfrm>
            <a:off x="9829286" y="6868736"/>
            <a:ext cx="2985760" cy="501431"/>
          </a:xfrm>
          <a:prstGeom prst="rect">
            <a:avLst/>
          </a:prstGeom>
          <a:ln/>
        </p:spPr>
        <p:txBody>
          <a:bodyPr lIns="95986" tIns="47992" rIns="95986" bIns="47992"/>
          <a:lstStyle>
            <a:lvl1pPr>
              <a:defRPr/>
            </a:lvl1pPr>
          </a:lstStyle>
          <a:p>
            <a:pPr algn="r" defTabSz="95985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512" dirty="0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40081" y="288370"/>
            <a:ext cx="11521440" cy="611725"/>
          </a:xfrm>
          <a:prstGeom prst="rect">
            <a:avLst/>
          </a:prstGeom>
        </p:spPr>
        <p:txBody>
          <a:bodyPr lIns="91429" tIns="45715" rIns="91429" bIns="45715" anchor="ctr" anchorCtr="0"/>
          <a:lstStyle>
            <a:lvl1pPr algn="l">
              <a:defRPr sz="3024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15201" tIns="57601" rIns="115201" bIns="57601"/>
          <a:lstStyle/>
          <a:p>
            <a:pPr defTabSz="1152013">
              <a:defRPr/>
            </a:pPr>
            <a:endParaRPr lang="zh-CN" altLang="en-US" sz="2268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790965"/>
            <a:ext cx="8885863" cy="334169"/>
          </a:xfrm>
          <a:prstGeom prst="rect">
            <a:avLst/>
          </a:prstGeom>
        </p:spPr>
        <p:txBody>
          <a:bodyPr lIns="76179" tIns="38089" rIns="76179" bIns="38089" anchor="ctr"/>
          <a:lstStyle>
            <a:lvl1pPr marL="0" indent="0">
              <a:buNone/>
              <a:tabLst/>
              <a:defRPr kumimoji="0" lang="zh-CN" altLang="en-US" sz="126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</p:spTree>
    <p:extLst>
      <p:ext uri="{BB962C8B-B14F-4D97-AF65-F5344CB8AC3E}">
        <p14:creationId xmlns:p14="http://schemas.microsoft.com/office/powerpoint/2010/main" val="2929472075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/>
          <p:cNvSpPr>
            <a:spLocks noChangeArrowheads="1"/>
          </p:cNvSpPr>
          <p:nvPr userDrawn="1"/>
        </p:nvSpPr>
        <p:spPr bwMode="auto">
          <a:xfrm>
            <a:off x="1" y="0"/>
            <a:ext cx="12801600" cy="102976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2268">
              <a:solidFill>
                <a:prstClr val="black"/>
              </a:solidFill>
              <a:ea typeface="SimSun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 userDrawn="1">
            <p:ph type="title" idx="4294967295"/>
          </p:nvPr>
        </p:nvSpPr>
        <p:spPr>
          <a:xfrm>
            <a:off x="90" y="-28752"/>
            <a:ext cx="9899769" cy="756084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algn="l"/>
            <a:endParaRPr lang="zh-CN" altLang="en-US" sz="3528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9738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29"/>
            <a:ext cx="11521440" cy="5661285"/>
          </a:xfrm>
          <a:prstGeom prst="rect">
            <a:avLst/>
          </a:prstGeom>
        </p:spPr>
        <p:txBody>
          <a:bodyPr lIns="91429" tIns="45715" rIns="91429" bIns="45715"/>
          <a:lstStyle>
            <a:lvl1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2041" baseline="0">
                <a:latin typeface="Arial" panose="020B0604020202020204" pitchFamily="34" charset="0"/>
                <a:ea typeface="微软雅黑" pitchFamily="34" charset="-122"/>
              </a:defRPr>
            </a:lvl1pPr>
            <a:lvl2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814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588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361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247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3680" tIns="51842" rIns="103680" bIns="51842"/>
          <a:lstStyle/>
          <a:p>
            <a:pPr>
              <a:defRPr/>
            </a:pPr>
            <a:endParaRPr lang="zh-CN" altLang="en-US" sz="204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824877"/>
            <a:ext cx="6200775" cy="288036"/>
          </a:xfrm>
          <a:prstGeom prst="rect">
            <a:avLst/>
          </a:prstGeom>
        </p:spPr>
        <p:txBody>
          <a:bodyPr lIns="76179" tIns="38089" rIns="76179" bIns="38089" anchor="ctr"/>
          <a:lstStyle>
            <a:lvl1pPr>
              <a:buNone/>
              <a:defRPr kumimoji="0" lang="zh-CN" altLang="en-US" sz="1134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40080" y="250032"/>
            <a:ext cx="11506958" cy="505064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91054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22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6.emf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oleObject" Target="../embeddings/oleObject2.bin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32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image" Target="../media/image6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oleObject" Target="../embeddings/oleObject3.bin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ags" Target="../tags/tag3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42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image" Target="../media/image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6441" y="6552778"/>
            <a:ext cx="4053840" cy="384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1301" tIns="55650" rIns="111301" bIns="55650" numCol="1" anchor="ctr" anchorCtr="0" compatLnSpc="1">
            <a:prstTxWarp prst="textNoShape">
              <a:avLst/>
            </a:prstTxWarp>
          </a:bodyPr>
          <a:lstStyle>
            <a:lvl1pPr algn="ct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endParaRPr lang="zh-CN" dirty="0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75643" y="6552778"/>
            <a:ext cx="875799" cy="384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1301" tIns="55650" rIns="111301" bIns="55650" numCol="1" anchor="ctr" anchorCtr="0" compatLnSpc="1">
            <a:prstTxWarp prst="textNoShape">
              <a:avLst/>
            </a:prstTxWarp>
          </a:bodyPr>
          <a:lstStyle>
            <a:lvl1pPr algn="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fld id="{EF001FE3-3C56-4123-9DE4-EF0781CB24B0}" type="slidenum">
              <a:rPr lang="en-US" altLang="zh-CN"/>
              <a:pPr>
                <a:defRPr/>
              </a:pPr>
              <a:t>‹#›</a:t>
            </a:fld>
            <a:endParaRPr lang="zh-CN"/>
          </a:p>
        </p:txBody>
      </p:sp>
      <p:grpSp>
        <p:nvGrpSpPr>
          <p:cNvPr id="2" name="组合 9"/>
          <p:cNvGrpSpPr/>
          <p:nvPr/>
        </p:nvGrpSpPr>
        <p:grpSpPr>
          <a:xfrm>
            <a:off x="1" y="7000882"/>
            <a:ext cx="12801600" cy="200025"/>
            <a:chOff x="0" y="7000875"/>
            <a:chExt cx="10190163" cy="200025"/>
          </a:xfrm>
        </p:grpSpPr>
        <p:sp>
          <p:nvSpPr>
            <p:cNvPr id="1034" name="Rectangle 83"/>
            <p:cNvSpPr>
              <a:spLocks noChangeArrowheads="1"/>
            </p:cNvSpPr>
            <p:nvPr/>
          </p:nvSpPr>
          <p:spPr bwMode="auto">
            <a:xfrm>
              <a:off x="3393183" y="7000875"/>
              <a:ext cx="6796980" cy="20002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  <p:sp>
          <p:nvSpPr>
            <p:cNvPr id="1035" name="Rectangle 84"/>
            <p:cNvSpPr>
              <a:spLocks noChangeArrowheads="1"/>
            </p:cNvSpPr>
            <p:nvPr/>
          </p:nvSpPr>
          <p:spPr bwMode="auto">
            <a:xfrm>
              <a:off x="0" y="7000875"/>
              <a:ext cx="5094000" cy="20002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6" r:id="rId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556476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112952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669428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225903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17358" indent="-41735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900">
          <a:solidFill>
            <a:schemeClr val="tx1"/>
          </a:solidFill>
          <a:latin typeface="+mn-lt"/>
          <a:ea typeface="+mn-ea"/>
          <a:cs typeface="+mn-cs"/>
        </a:defRPr>
      </a:lvl1pPr>
      <a:lvl2pPr marL="904274" indent="-34779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3400">
          <a:solidFill>
            <a:schemeClr val="tx1"/>
          </a:solidFill>
          <a:latin typeface="+mn-lt"/>
          <a:ea typeface="+mn-ea"/>
        </a:defRPr>
      </a:lvl2pPr>
      <a:lvl3pPr marL="1391190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900">
          <a:solidFill>
            <a:schemeClr val="tx1"/>
          </a:solidFill>
          <a:latin typeface="+mn-lt"/>
          <a:ea typeface="+mn-ea"/>
        </a:defRPr>
      </a:lvl3pPr>
      <a:lvl4pPr marL="1947665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504141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3060617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617093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4173570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730046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476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2952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69428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5903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2379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38855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5331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1808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6441" y="6552778"/>
            <a:ext cx="4053840" cy="384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1301" tIns="55650" rIns="111301" bIns="55650" numCol="1" anchor="ctr" anchorCtr="0" compatLnSpc="1">
            <a:prstTxWarp prst="textNoShape">
              <a:avLst/>
            </a:prstTxWarp>
          </a:bodyPr>
          <a:lstStyle>
            <a:lvl1pPr algn="ct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endParaRPr lang="zh-CN" dirty="0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75643" y="6552778"/>
            <a:ext cx="875799" cy="384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1301" tIns="55650" rIns="111301" bIns="55650" numCol="1" anchor="ctr" anchorCtr="0" compatLnSpc="1">
            <a:prstTxWarp prst="textNoShape">
              <a:avLst/>
            </a:prstTxWarp>
          </a:bodyPr>
          <a:lstStyle>
            <a:lvl1pPr algn="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fld id="{EF001FE3-3C56-4123-9DE4-EF0781CB24B0}" type="slidenum">
              <a:rPr lang="en-US" altLang="zh-CN"/>
              <a:pPr>
                <a:defRPr/>
              </a:pPr>
              <a:t>‹#›</a:t>
            </a:fld>
            <a:endParaRPr lang="zh-CN"/>
          </a:p>
        </p:txBody>
      </p:sp>
      <p:grpSp>
        <p:nvGrpSpPr>
          <p:cNvPr id="2" name="组合 9"/>
          <p:cNvGrpSpPr/>
          <p:nvPr/>
        </p:nvGrpSpPr>
        <p:grpSpPr>
          <a:xfrm>
            <a:off x="1" y="7000882"/>
            <a:ext cx="12801600" cy="200025"/>
            <a:chOff x="0" y="7000875"/>
            <a:chExt cx="10190163" cy="200025"/>
          </a:xfrm>
        </p:grpSpPr>
        <p:sp>
          <p:nvSpPr>
            <p:cNvPr id="1034" name="Rectangle 83"/>
            <p:cNvSpPr>
              <a:spLocks noChangeArrowheads="1"/>
            </p:cNvSpPr>
            <p:nvPr/>
          </p:nvSpPr>
          <p:spPr bwMode="auto">
            <a:xfrm>
              <a:off x="3393183" y="7000875"/>
              <a:ext cx="6796980" cy="20002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  <p:sp>
          <p:nvSpPr>
            <p:cNvPr id="1035" name="Rectangle 84"/>
            <p:cNvSpPr>
              <a:spLocks noChangeArrowheads="1"/>
            </p:cNvSpPr>
            <p:nvPr/>
          </p:nvSpPr>
          <p:spPr bwMode="auto">
            <a:xfrm>
              <a:off x="0" y="7000875"/>
              <a:ext cx="5094000" cy="20002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9928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556476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112952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669428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225903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17358" indent="-41735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900">
          <a:solidFill>
            <a:schemeClr val="tx1"/>
          </a:solidFill>
          <a:latin typeface="+mn-lt"/>
          <a:ea typeface="+mn-ea"/>
          <a:cs typeface="+mn-cs"/>
        </a:defRPr>
      </a:lvl1pPr>
      <a:lvl2pPr marL="904274" indent="-34779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3400">
          <a:solidFill>
            <a:schemeClr val="tx1"/>
          </a:solidFill>
          <a:latin typeface="+mn-lt"/>
          <a:ea typeface="+mn-ea"/>
        </a:defRPr>
      </a:lvl2pPr>
      <a:lvl3pPr marL="1391190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900">
          <a:solidFill>
            <a:schemeClr val="tx1"/>
          </a:solidFill>
          <a:latin typeface="+mn-lt"/>
          <a:ea typeface="+mn-ea"/>
        </a:defRPr>
      </a:lvl3pPr>
      <a:lvl4pPr marL="1947665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504141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3060617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617093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4173570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730046" indent="-27823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476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2952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69428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5903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2379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38855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5331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1808" algn="l" defTabSz="111295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6441" y="6552778"/>
            <a:ext cx="4053840" cy="384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1301" tIns="55650" rIns="111301" bIns="55650" numCol="1" anchor="ctr" anchorCtr="0" compatLnSpc="1">
            <a:prstTxWarp prst="textNoShape">
              <a:avLst/>
            </a:prstTxWarp>
          </a:bodyPr>
          <a:lstStyle>
            <a:lvl1pPr algn="ct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endParaRPr lang="zh-CN" dirty="0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75639" y="6552778"/>
            <a:ext cx="875799" cy="384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1301" tIns="55650" rIns="111301" bIns="55650" numCol="1" anchor="ctr" anchorCtr="0" compatLnSpc="1">
            <a:prstTxWarp prst="textNoShape">
              <a:avLst/>
            </a:prstTxWarp>
          </a:bodyPr>
          <a:lstStyle>
            <a:lvl1pPr algn="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fld id="{EF001FE3-3C56-4123-9DE4-EF0781CB24B0}" type="slidenum">
              <a:rPr lang="en-US" altLang="zh-CN"/>
              <a:pPr>
                <a:defRPr/>
              </a:pPr>
              <a:t>‹#›</a:t>
            </a:fld>
            <a:endParaRPr lang="zh-CN"/>
          </a:p>
        </p:txBody>
      </p:sp>
      <p:grpSp>
        <p:nvGrpSpPr>
          <p:cNvPr id="2" name="组合 9"/>
          <p:cNvGrpSpPr/>
          <p:nvPr/>
        </p:nvGrpSpPr>
        <p:grpSpPr>
          <a:xfrm>
            <a:off x="1" y="7000876"/>
            <a:ext cx="12801600" cy="200025"/>
            <a:chOff x="0" y="7000875"/>
            <a:chExt cx="10190163" cy="200025"/>
          </a:xfrm>
        </p:grpSpPr>
        <p:sp>
          <p:nvSpPr>
            <p:cNvPr id="1034" name="Rectangle 83"/>
            <p:cNvSpPr>
              <a:spLocks noChangeArrowheads="1"/>
            </p:cNvSpPr>
            <p:nvPr/>
          </p:nvSpPr>
          <p:spPr bwMode="auto">
            <a:xfrm>
              <a:off x="3393183" y="7000875"/>
              <a:ext cx="6796980" cy="20002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  <p:sp>
          <p:nvSpPr>
            <p:cNvPr id="1035" name="Rectangle 84"/>
            <p:cNvSpPr>
              <a:spLocks noChangeArrowheads="1"/>
            </p:cNvSpPr>
            <p:nvPr/>
          </p:nvSpPr>
          <p:spPr bwMode="auto">
            <a:xfrm>
              <a:off x="0" y="7000875"/>
              <a:ext cx="5094000" cy="20002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3877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</p:sldLayoutIdLst>
  <p:transition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556504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113008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669512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226015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17378" indent="-41737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900">
          <a:solidFill>
            <a:schemeClr val="tx1"/>
          </a:solidFill>
          <a:latin typeface="+mn-lt"/>
          <a:ea typeface="+mn-ea"/>
          <a:cs typeface="+mn-cs"/>
        </a:defRPr>
      </a:lvl1pPr>
      <a:lvl2pPr marL="904319" indent="-347815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3400">
          <a:solidFill>
            <a:schemeClr val="tx1"/>
          </a:solidFill>
          <a:latin typeface="+mn-lt"/>
          <a:ea typeface="+mn-ea"/>
        </a:defRPr>
      </a:lvl2pPr>
      <a:lvl3pPr marL="1391260" indent="-27825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900">
          <a:solidFill>
            <a:schemeClr val="tx1"/>
          </a:solidFill>
          <a:latin typeface="+mn-lt"/>
          <a:ea typeface="+mn-ea"/>
        </a:defRPr>
      </a:lvl3pPr>
      <a:lvl4pPr marL="1947763" indent="-27825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504267" indent="-27825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3060771" indent="-27825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617275" indent="-27825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4173779" indent="-27825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730283" indent="-27825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1300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504" algn="l" defTabSz="111300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3008" algn="l" defTabSz="111300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69512" algn="l" defTabSz="111300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6015" algn="l" defTabSz="111300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2519" algn="l" defTabSz="111300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39023" algn="l" defTabSz="111300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5527" algn="l" defTabSz="111300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2031" algn="l" defTabSz="111300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40080" y="288370"/>
            <a:ext cx="11521440" cy="1200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0" y="1680210"/>
            <a:ext cx="11521440" cy="4752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0081" y="6674168"/>
            <a:ext cx="298704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3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2B70F-DF10-4336-ADCF-617C02561E36}" type="datetimeFigureOut">
              <a:rPr lang="zh-CN" altLang="en-US" smtClean="0"/>
              <a:pPr/>
              <a:t>2023/12/28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881" y="6674168"/>
            <a:ext cx="405384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3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74480" y="6674168"/>
            <a:ext cx="298704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3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52700" y="6532946"/>
            <a:ext cx="11896201" cy="547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34776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</p:sldLayoutIdLst>
  <p:txStyles>
    <p:titleStyle>
      <a:lvl1pPr algn="ctr" defTabSz="1094628" rtl="0" eaLnBrk="1" latinLnBrk="0" hangingPunct="1">
        <a:spcBef>
          <a:spcPct val="0"/>
        </a:spcBef>
        <a:buNone/>
        <a:defRPr sz="52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0486" indent="-410486" algn="l" defTabSz="1094628" rtl="0" eaLnBrk="1" latinLnBrk="0" hangingPunct="1">
        <a:spcBef>
          <a:spcPct val="20000"/>
        </a:spcBef>
        <a:buFont typeface="Arial" pitchFamily="34" charset="0"/>
        <a:buChar char="•"/>
        <a:defRPr sz="3831" kern="1200">
          <a:solidFill>
            <a:schemeClr val="tx1"/>
          </a:solidFill>
          <a:latin typeface="+mn-lt"/>
          <a:ea typeface="+mn-ea"/>
          <a:cs typeface="+mn-cs"/>
        </a:defRPr>
      </a:lvl1pPr>
      <a:lvl2pPr marL="889385" indent="-342071" algn="l" defTabSz="1094628" rtl="0" eaLnBrk="1" latinLnBrk="0" hangingPunct="1">
        <a:spcBef>
          <a:spcPct val="20000"/>
        </a:spcBef>
        <a:buFont typeface="Arial" pitchFamily="34" charset="0"/>
        <a:buChar char="–"/>
        <a:defRPr sz="3352" kern="1200">
          <a:solidFill>
            <a:schemeClr val="tx1"/>
          </a:solidFill>
          <a:latin typeface="+mn-lt"/>
          <a:ea typeface="+mn-ea"/>
          <a:cs typeface="+mn-cs"/>
        </a:defRPr>
      </a:lvl2pPr>
      <a:lvl3pPr marL="1368285" indent="-273657" algn="l" defTabSz="1094628" rtl="0" eaLnBrk="1" latinLnBrk="0" hangingPunct="1">
        <a:spcBef>
          <a:spcPct val="20000"/>
        </a:spcBef>
        <a:buFont typeface="Arial" pitchFamily="34" charset="0"/>
        <a:buChar char="•"/>
        <a:defRPr sz="2873" kern="1200">
          <a:solidFill>
            <a:schemeClr val="tx1"/>
          </a:solidFill>
          <a:latin typeface="+mn-lt"/>
          <a:ea typeface="+mn-ea"/>
          <a:cs typeface="+mn-cs"/>
        </a:defRPr>
      </a:lvl3pPr>
      <a:lvl4pPr marL="1915599" indent="-273657" algn="l" defTabSz="1094628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4pPr>
      <a:lvl5pPr marL="2462914" indent="-273657" algn="l" defTabSz="1094628" rtl="0" eaLnBrk="1" latinLnBrk="0" hangingPunct="1">
        <a:spcBef>
          <a:spcPct val="20000"/>
        </a:spcBef>
        <a:buFont typeface="Arial" pitchFamily="34" charset="0"/>
        <a:buChar char="»"/>
        <a:defRPr sz="2394" kern="1200">
          <a:solidFill>
            <a:schemeClr val="tx1"/>
          </a:solidFill>
          <a:latin typeface="+mn-lt"/>
          <a:ea typeface="+mn-ea"/>
          <a:cs typeface="+mn-cs"/>
        </a:defRPr>
      </a:lvl5pPr>
      <a:lvl6pPr marL="3010228" indent="-273657" algn="l" defTabSz="1094628" rtl="0" eaLnBrk="1" latinLnBrk="0" hangingPunct="1">
        <a:spcBef>
          <a:spcPct val="20000"/>
        </a:spcBef>
        <a:buFont typeface="Arial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6pPr>
      <a:lvl7pPr marL="3557542" indent="-273657" algn="l" defTabSz="1094628" rtl="0" eaLnBrk="1" latinLnBrk="0" hangingPunct="1">
        <a:spcBef>
          <a:spcPct val="20000"/>
        </a:spcBef>
        <a:buFont typeface="Arial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7pPr>
      <a:lvl8pPr marL="4104856" indent="-273657" algn="l" defTabSz="1094628" rtl="0" eaLnBrk="1" latinLnBrk="0" hangingPunct="1">
        <a:spcBef>
          <a:spcPct val="20000"/>
        </a:spcBef>
        <a:buFont typeface="Arial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8pPr>
      <a:lvl9pPr marL="4652170" indent="-273657" algn="l" defTabSz="1094628" rtl="0" eaLnBrk="1" latinLnBrk="0" hangingPunct="1">
        <a:spcBef>
          <a:spcPct val="20000"/>
        </a:spcBef>
        <a:buFont typeface="Arial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94628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1pPr>
      <a:lvl2pPr marL="547314" algn="l" defTabSz="1094628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2pPr>
      <a:lvl3pPr marL="1094628" algn="l" defTabSz="1094628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3pPr>
      <a:lvl4pPr marL="1641942" algn="l" defTabSz="1094628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4pPr>
      <a:lvl5pPr marL="2189256" algn="l" defTabSz="1094628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5pPr>
      <a:lvl6pPr marL="2736571" algn="l" defTabSz="1094628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6pPr>
      <a:lvl7pPr marL="3283885" algn="l" defTabSz="1094628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7pPr>
      <a:lvl8pPr marL="3831199" algn="l" defTabSz="1094628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8pPr>
      <a:lvl9pPr marL="4378513" algn="l" defTabSz="1094628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1668" y="1668"/>
          <a:ext cx="1666" cy="1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270" imgH="270" progId="TCLayout.ActiveDocument.1">
                  <p:embed/>
                </p:oleObj>
              </mc:Choice>
              <mc:Fallback>
                <p:oleObj name="think-cell Slide" r:id="rId13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68" y="1668"/>
                        <a:ext cx="1666" cy="1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 userDrawn="1"/>
        </p:nvSpPr>
        <p:spPr>
          <a:xfrm>
            <a:off x="0" y="0"/>
            <a:ext cx="12801600" cy="6482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2100">
              <a:solidFill>
                <a:prstClr val="white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02400" y="-131296"/>
            <a:ext cx="11316830" cy="982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 descr="http://su.bdimg.com/static/skin/img/logo_white.png"/>
          <p:cNvPicPr>
            <a:picLocks noChangeAspect="1" noChangeArrowheads="1"/>
          </p:cNvPicPr>
          <p:nvPr userDrawn="1"/>
        </p:nvPicPr>
        <p:blipFill>
          <a:blip r:embed="rId15" cstate="email"/>
          <a:srcRect/>
          <a:stretch>
            <a:fillRect/>
          </a:stretch>
        </p:blipFill>
        <p:spPr bwMode="auto">
          <a:xfrm>
            <a:off x="11456106" y="4362"/>
            <a:ext cx="1327666" cy="6300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82078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</p:sldLayoutIdLst>
  <p:hf hdr="0" ft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2520" b="1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68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47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26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1668" y="1668"/>
          <a:ext cx="1666" cy="1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270" imgH="270" progId="TCLayout.ActiveDocument.1">
                  <p:embed/>
                </p:oleObj>
              </mc:Choice>
              <mc:Fallback>
                <p:oleObj name="think-cell Slide" r:id="rId13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68" y="1668"/>
                        <a:ext cx="1666" cy="1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 userDrawn="1"/>
        </p:nvSpPr>
        <p:spPr>
          <a:xfrm>
            <a:off x="0" y="0"/>
            <a:ext cx="12801600" cy="6482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2100">
              <a:solidFill>
                <a:prstClr val="white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02400" y="-131296"/>
            <a:ext cx="11316830" cy="982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 descr="http://su.bdimg.com/static/skin/img/logo_white.png"/>
          <p:cNvPicPr>
            <a:picLocks noChangeAspect="1" noChangeArrowheads="1"/>
          </p:cNvPicPr>
          <p:nvPr userDrawn="1"/>
        </p:nvPicPr>
        <p:blipFill>
          <a:blip r:embed="rId15" cstate="email"/>
          <a:srcRect/>
          <a:stretch>
            <a:fillRect/>
          </a:stretch>
        </p:blipFill>
        <p:spPr bwMode="auto">
          <a:xfrm>
            <a:off x="11456106" y="4362"/>
            <a:ext cx="1327666" cy="6300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5517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</p:sldLayoutIdLst>
  <p:hf hdr="0" ft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2520" b="1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68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47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26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1668" y="1668"/>
          <a:ext cx="1666" cy="1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270" imgH="270" progId="TCLayout.ActiveDocument.1">
                  <p:embed/>
                </p:oleObj>
              </mc:Choice>
              <mc:Fallback>
                <p:oleObj name="think-cell Slide" r:id="rId13" imgW="270" imgH="270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68" y="1668"/>
                        <a:ext cx="1666" cy="1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 userDrawn="1"/>
        </p:nvSpPr>
        <p:spPr>
          <a:xfrm>
            <a:off x="0" y="0"/>
            <a:ext cx="12801600" cy="6482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>
              <a:solidFill>
                <a:prstClr val="white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02400" y="-131296"/>
            <a:ext cx="11316830" cy="982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 descr="http://su.bdimg.com/static/skin/img/logo_white.png"/>
          <p:cNvPicPr>
            <a:picLocks noChangeAspect="1" noChangeArrowheads="1"/>
          </p:cNvPicPr>
          <p:nvPr userDrawn="1"/>
        </p:nvPicPr>
        <p:blipFill>
          <a:blip r:embed="rId15" cstate="email"/>
          <a:srcRect/>
          <a:stretch>
            <a:fillRect/>
          </a:stretch>
        </p:blipFill>
        <p:spPr bwMode="auto">
          <a:xfrm>
            <a:off x="11456106" y="4362"/>
            <a:ext cx="1327666" cy="6300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21409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</p:sldLayoutIdLst>
  <p:hf hdr="0" ft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2520" b="1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68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47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26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ku.baidu-int.com/knowledge/HFVrC7hq1Q/pKzJfZczuc/p64V_VXP6Z/GGeXNc75KCmMZk" TargetMode="External"/><Relationship Id="rId2" Type="http://schemas.openxmlformats.org/officeDocument/2006/relationships/hyperlink" Target="https://ku.baidu-int.com/knowledge/HFVrC7hq1Q/pKzJfZczuc/p64V_VXP6Z/kXAXStSM7NnBwp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ku.baidu-int.com/knowledge/HFVrC7hq1Q/pKzJfZczuc/p64V_VXP6Z/bvRnZ9M4j04XU6" TargetMode="External"/><Relationship Id="rId4" Type="http://schemas.openxmlformats.org/officeDocument/2006/relationships/hyperlink" Target="https://ku.baidu-int.com/knowledge/HFVrC7hq1Q/pKzJfZczuc/p64V_VXP6Z/FV7aNea8CwTy2B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ku.baidu-int.com/knowledge/HFVrC7hq1Q/pKzJfZczuc/p64V_VXP6Z/67DtfTszTsZiaE" TargetMode="External"/><Relationship Id="rId7" Type="http://schemas.openxmlformats.org/officeDocument/2006/relationships/hyperlink" Target="https://wiki.jiduauto.com/pages/viewpage.action?pageId=778474113" TargetMode="External"/><Relationship Id="rId2" Type="http://schemas.openxmlformats.org/officeDocument/2006/relationships/hyperlink" Target="https://ku.baidu-int.com/knowledge/HFVrC7hq1Q/pKzJfZczuc/p64V_VXP6Z/eil5wObsM1RzEp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iki.jiduauto.com/pages/viewpage.action?pageId=450233453" TargetMode="External"/><Relationship Id="rId5" Type="http://schemas.openxmlformats.org/officeDocument/2006/relationships/hyperlink" Target="https://wiki.jiduauto.com/pages/viewpage.action?pageId=450233402&amp;src=breadcrumbs-parent" TargetMode="External"/><Relationship Id="rId4" Type="http://schemas.openxmlformats.org/officeDocument/2006/relationships/hyperlink" Target="https://ku.baidu-int.com/knowledge/HFVrC7hq1Q/pKzJfZczuc/p64V_VXP6Z/-howK4U-Xu0KM4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9196" y="4117676"/>
            <a:ext cx="8103209" cy="534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94628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73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定位元素  </a:t>
            </a:r>
            <a:r>
              <a:rPr lang="en-US" altLang="zh-CN" sz="2873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|</a:t>
            </a:r>
            <a:r>
              <a:rPr lang="zh-CN" altLang="en-US" sz="2873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  刘京凯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0962" y="3024386"/>
            <a:ext cx="81996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94628">
              <a:spcBef>
                <a:spcPct val="20000"/>
              </a:spcBef>
              <a:buClr>
                <a:srgbClr val="2318DE"/>
              </a:buClr>
              <a:buSzPct val="150000"/>
            </a:pPr>
            <a:r>
              <a:rPr lang="en-US" altLang="zh-CN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2023</a:t>
            </a:r>
            <a:r>
              <a:rPr lang="zh-CN" altLang="en-US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年度述职报告</a:t>
            </a:r>
            <a:endParaRPr lang="en-US" altLang="zh-CN" sz="4400" b="1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694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BCC91C2A-73E9-239D-A71C-38520264E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1217910"/>
            <a:ext cx="1881284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﻿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7641AF8-5B0C-2825-585B-32B890E1B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1688" y="1668463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﻿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B18F3BB-CF0D-0A79-AE27-AA55BDE61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867038"/>
              </p:ext>
            </p:extLst>
          </p:nvPr>
        </p:nvGraphicFramePr>
        <p:xfrm>
          <a:off x="280120" y="792137"/>
          <a:ext cx="12256243" cy="5328583"/>
        </p:xfrm>
        <a:graphic>
          <a:graphicData uri="http://schemas.openxmlformats.org/drawingml/2006/table">
            <a:tbl>
              <a:tblPr/>
              <a:tblGrid>
                <a:gridCol w="2199341">
                  <a:extLst>
                    <a:ext uri="{9D8B030D-6E8A-4147-A177-3AD203B41FA5}">
                      <a16:colId xmlns:a16="http://schemas.microsoft.com/office/drawing/2014/main" val="3926024327"/>
                    </a:ext>
                  </a:extLst>
                </a:gridCol>
                <a:gridCol w="8962075">
                  <a:extLst>
                    <a:ext uri="{9D8B030D-6E8A-4147-A177-3AD203B41FA5}">
                      <a16:colId xmlns:a16="http://schemas.microsoft.com/office/drawing/2014/main" val="1259591269"/>
                    </a:ext>
                  </a:extLst>
                </a:gridCol>
                <a:gridCol w="1094827">
                  <a:extLst>
                    <a:ext uri="{9D8B030D-6E8A-4147-A177-3AD203B41FA5}">
                      <a16:colId xmlns:a16="http://schemas.microsoft.com/office/drawing/2014/main" val="1349729452"/>
                    </a:ext>
                  </a:extLst>
                </a:gridCol>
              </a:tblGrid>
              <a:tr h="48110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dirty="0">
                          <a:effectLst/>
                        </a:rPr>
                        <a:t>目标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" sz="1600" b="1" dirty="0">
                          <a:effectLst/>
                        </a:rPr>
                        <a:t>KR</a:t>
                      </a:r>
                      <a:r>
                        <a:rPr lang="zh-CN" altLang="en-US" sz="1600" b="1" dirty="0">
                          <a:effectLst/>
                        </a:rPr>
                        <a:t>及达成情况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>
                          <a:effectLst/>
                        </a:rPr>
                        <a:t>自评</a:t>
                      </a:r>
                      <a:r>
                        <a:rPr lang="en-US" altLang="zh-CN" sz="1600" b="1">
                          <a:effectLst/>
                        </a:rPr>
                        <a:t>(1-5)</a:t>
                      </a:r>
                      <a:endParaRPr lang="zh-CN" altLang="en-US" sz="160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131731"/>
                  </a:ext>
                </a:extLst>
              </a:tr>
              <a:tr h="903934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O1：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持续压强</a:t>
                      </a:r>
                      <a:r>
                        <a:rPr lang="en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AHBC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&amp;&amp;SAS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模型基础能力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&amp;&amp;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后处理能力提升，保障集度项目交付要求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KR1：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持续提升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AHBC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模型能力，保证端到端功能满足集度项目交付要求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lvl="0" indent="0" algn="l" defTabSz="109462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</a:rPr>
                        <a:t>完成情况：模型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effectLst/>
                        </a:rPr>
                        <a:t>map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</a:rPr>
                        <a:t>提升</a:t>
                      </a:r>
                      <a:r>
                        <a:rPr lang="en-US" altLang="zh-CN" sz="1600" b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31.8%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</a:rPr>
                        <a:t>，在关键指标上，</a:t>
                      </a:r>
                      <a:r>
                        <a:rPr lang="en" altLang="zh-CN" sz="1600" dirty="0">
                          <a:effectLst/>
                        </a:rPr>
                        <a:t>Head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" altLang="zh-CN" sz="1600" dirty="0">
                          <a:effectLst/>
                        </a:rPr>
                        <a:t>P</a:t>
                      </a:r>
                      <a:r>
                        <a:rPr lang="zh-CN" altLang="en" sz="1600" dirty="0">
                          <a:effectLst/>
                        </a:rPr>
                        <a:t>提升</a:t>
                      </a:r>
                      <a:r>
                        <a:rPr lang="en-US" altLang="zh-CN" sz="1600" b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9.4%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" altLang="zh-CN" sz="1600" dirty="0">
                          <a:effectLst/>
                        </a:rPr>
                        <a:t> Head R</a:t>
                      </a:r>
                      <a:r>
                        <a:rPr lang="zh-CN" altLang="en" sz="1600" dirty="0">
                          <a:effectLst/>
                        </a:rPr>
                        <a:t>提升</a:t>
                      </a:r>
                      <a:r>
                        <a:rPr lang="en-US" altLang="zh-CN" sz="1600" b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38.7%</a:t>
                      </a:r>
                      <a:r>
                        <a:rPr lang="zh-CN" altLang="en-US" sz="1600" b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" altLang="zh-CN" sz="1600" dirty="0">
                          <a:effectLst/>
                        </a:rPr>
                        <a:t>Tail P</a:t>
                      </a:r>
                      <a:r>
                        <a:rPr lang="zh-CN" altLang="en" sz="1600" dirty="0">
                          <a:effectLst/>
                        </a:rPr>
                        <a:t>提升</a:t>
                      </a:r>
                      <a:r>
                        <a:rPr lang="en-US" altLang="zh-CN" sz="1600" b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24.1%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" altLang="zh-CN" sz="1600" dirty="0">
                          <a:effectLst/>
                        </a:rPr>
                        <a:t>Tail R</a:t>
                      </a:r>
                      <a:r>
                        <a:rPr lang="zh-CN" altLang="en" sz="1600" dirty="0">
                          <a:effectLst/>
                        </a:rPr>
                        <a:t>提升</a:t>
                      </a:r>
                      <a:r>
                        <a:rPr lang="en-US" altLang="zh-CN" sz="1600" b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24.1%</a:t>
                      </a:r>
                      <a:endParaRPr lang="en" altLang="zh-CN" sz="1600" b="0" kern="120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dirty="0">
                          <a:effectLst/>
                        </a:rPr>
                        <a:t>4.5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2192194"/>
                  </a:ext>
                </a:extLst>
              </a:tr>
              <a:tr h="8147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KR2：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完善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SAS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模块，持续提升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SAS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功能能力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algn="l" defTabSz="1094628" rtl="0" eaLnBrk="1" fontAlgn="t" latinLnBrk="0" hangingPunct="1"/>
                      <a:r>
                        <a:rPr lang="zh-CN" altLang="en-US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完成情况：支持</a:t>
                      </a:r>
                      <a:r>
                        <a:rPr lang="en" altLang="zh-CN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SAS</a:t>
                      </a:r>
                      <a:r>
                        <a:rPr lang="zh-CN" altLang="en-US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模块跟踪、多相机切换、链路剥离等在内的多</a:t>
                      </a:r>
                      <a:r>
                        <a:rPr lang="en" altLang="zh-CN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</a:t>
                      </a:r>
                      <a:r>
                        <a:rPr lang="zh-CN" altLang="en-US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开发，与陈鼎配合完成杆牌模型快速迭代</a:t>
                      </a:r>
                      <a:endParaRPr lang="zh-CN" altLang="en-US" sz="1600" b="0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dirty="0">
                          <a:effectLst/>
                        </a:rPr>
                        <a:t>4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310576"/>
                  </a:ext>
                </a:extLst>
              </a:tr>
              <a:tr h="692516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O2：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建立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AEB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感知评测体系，推动自研感知迭代升级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KR1：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建立</a:t>
                      </a:r>
                      <a:r>
                        <a:rPr lang="en" altLang="zh-CN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AEB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感知</a:t>
                      </a:r>
                      <a:r>
                        <a:rPr lang="en" altLang="zh-CN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评测框架，支持</a:t>
                      </a:r>
                      <a:r>
                        <a:rPr lang="en" altLang="zh-CN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record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离线回归评测</a:t>
                      </a:r>
                    </a:p>
                    <a:p>
                      <a:pPr algn="l" fontAlgn="t"/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完成情况：</a:t>
                      </a:r>
                      <a:r>
                        <a:rPr lang="en" altLang="zh-CN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AEB</a:t>
                      </a:r>
                      <a:r>
                        <a:rPr lang="zh-CN" altLang="en-US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感知评测框架搭建，满足基本的分析能力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dirty="0">
                          <a:effectLst/>
                        </a:rPr>
                        <a:t>4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349689"/>
                  </a:ext>
                </a:extLst>
              </a:tr>
              <a:tr h="90393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KR2：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建立</a:t>
                      </a:r>
                      <a:r>
                        <a:rPr lang="en" altLang="zh-CN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AEB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感知</a:t>
                      </a:r>
                      <a:r>
                        <a:rPr lang="en" altLang="zh-CN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BEV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可视化，满足</a:t>
                      </a:r>
                      <a:r>
                        <a:rPr lang="en" altLang="zh-CN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AEB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模块自洽性分析</a:t>
                      </a:r>
                    </a:p>
                    <a:p>
                      <a:pPr algn="l" fontAlgn="t"/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完成情况：</a:t>
                      </a:r>
                      <a:r>
                        <a:rPr lang="zh-CN" altLang="en-US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完成评测可视化显示，支持</a:t>
                      </a:r>
                      <a:r>
                        <a:rPr lang="en" altLang="zh-CN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AEB</a:t>
                      </a:r>
                      <a:r>
                        <a:rPr lang="zh-CN" altLang="en-US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模块满足定量分析</a:t>
                      </a: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dirty="0">
                          <a:effectLst/>
                        </a:rPr>
                        <a:t>4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729821"/>
                  </a:ext>
                </a:extLst>
              </a:tr>
              <a:tr h="692516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O3：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建立</a:t>
                      </a:r>
                      <a:r>
                        <a:rPr lang="en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AHBC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&amp;&amp;</a:t>
                      </a:r>
                      <a:r>
                        <a:rPr lang="en-US" altLang="zh-CN" sz="1600" b="1" dirty="0" err="1">
                          <a:solidFill>
                            <a:srgbClr val="000000"/>
                          </a:solidFill>
                          <a:effectLst/>
                        </a:rPr>
                        <a:t>SAScase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分析能力，保证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corner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case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快速分析与解决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KR1：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建立</a:t>
                      </a:r>
                      <a:r>
                        <a:rPr lang="en" altLang="zh-CN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SAS</a:t>
                      </a:r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&amp;&amp;</a:t>
                      </a:r>
                      <a:r>
                        <a:rPr lang="en" altLang="zh-CN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IHC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端到端</a:t>
                      </a:r>
                      <a:r>
                        <a:rPr lang="en" altLang="zh-CN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case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分析工具开发</a:t>
                      </a:r>
                    </a:p>
                    <a:p>
                      <a:pPr algn="l" fontAlgn="t"/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完成情况：建立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</a:rPr>
                        <a:t>SAS&amp;&amp;IHC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端到端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</a:rPr>
                        <a:t>case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分析工具，支持问题的快速分析解决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dirty="0">
                          <a:effectLst/>
                        </a:rPr>
                        <a:t>4.5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471839"/>
                  </a:ext>
                </a:extLst>
              </a:tr>
              <a:tr h="8398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KR2：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支持</a:t>
                      </a:r>
                      <a:r>
                        <a:rPr lang="en" altLang="zh-CN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case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分析，快速解决头部问题，持续提供端到端功能能力</a:t>
                      </a:r>
                    </a:p>
                    <a:p>
                      <a:pPr algn="l" fontAlgn="t"/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完成情况：梳理头部问题并解决，集度测试端到端</a:t>
                      </a:r>
                      <a:r>
                        <a:rPr lang="en-US" altLang="zh-CN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SAS</a:t>
                      </a:r>
                      <a:r>
                        <a:rPr lang="zh-CN" altLang="en-US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交付测试通过率</a:t>
                      </a:r>
                      <a:r>
                        <a:rPr lang="en-US" altLang="zh-CN" sz="1600" b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87.8%</a:t>
                      </a:r>
                      <a:r>
                        <a:rPr lang="zh-CN" altLang="en-US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提升</a:t>
                      </a:r>
                      <a:r>
                        <a:rPr lang="en-US" altLang="zh-CN" sz="1600" b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99%</a:t>
                      </a:r>
                      <a:r>
                        <a:rPr lang="zh-CN" altLang="en-US" sz="1600" b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zh-CN" altLang="en-US" sz="1600" b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6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AHBC</a:t>
                      </a:r>
                      <a:r>
                        <a:rPr lang="zh-CN" altLang="en-US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交付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</a:rPr>
                        <a:t>端到端测试误触发从百公里</a:t>
                      </a:r>
                      <a:r>
                        <a:rPr lang="en-US" altLang="zh-CN" sz="1600" b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  <a:r>
                        <a:rPr lang="zh-CN" altLang="en-US" sz="1600" b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次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</a:rPr>
                        <a:t>降低至</a:t>
                      </a:r>
                      <a:r>
                        <a:rPr lang="en-US" altLang="zh-CN" sz="1600" b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0.78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</a:rPr>
                        <a:t>次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dirty="0">
                          <a:effectLst/>
                        </a:rPr>
                        <a:t>4.5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840760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7F1207E1-3E5B-87D7-960A-6949A1C51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3788" y="165735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﻿</a:t>
            </a:r>
          </a:p>
        </p:txBody>
      </p:sp>
    </p:spTree>
    <p:extLst>
      <p:ext uri="{BB962C8B-B14F-4D97-AF65-F5344CB8AC3E}">
        <p14:creationId xmlns:p14="http://schemas.microsoft.com/office/powerpoint/2010/main" val="3012241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6231" y="371862"/>
            <a:ext cx="11709138" cy="60343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zh-CN" altLang="en-US" sz="2400" b="1" dirty="0">
                <a:solidFill>
                  <a:srgbClr val="000000"/>
                </a:solidFill>
              </a:rPr>
              <a:t>一、</a:t>
            </a:r>
            <a:r>
              <a:rPr lang="zh-CN" altLang="en-US" sz="2400" b="1" dirty="0">
                <a:solidFill>
                  <a:srgbClr val="000000"/>
                </a:solidFill>
                <a:effectLst/>
              </a:rPr>
              <a:t>持续压强</a:t>
            </a:r>
            <a:r>
              <a:rPr lang="en" altLang="zh-CN" sz="2400" b="1" dirty="0">
                <a:solidFill>
                  <a:srgbClr val="000000"/>
                </a:solidFill>
                <a:effectLst/>
              </a:rPr>
              <a:t>AHBC</a:t>
            </a:r>
            <a:r>
              <a:rPr lang="en-US" altLang="zh-CN" sz="2400" b="1" dirty="0">
                <a:solidFill>
                  <a:srgbClr val="000000"/>
                </a:solidFill>
                <a:effectLst/>
              </a:rPr>
              <a:t>&amp;&amp;SAS</a:t>
            </a:r>
            <a:r>
              <a:rPr lang="zh-CN" altLang="en-US" sz="2400" b="1" dirty="0">
                <a:solidFill>
                  <a:srgbClr val="000000"/>
                </a:solidFill>
                <a:effectLst/>
              </a:rPr>
              <a:t>模型基础能力</a:t>
            </a:r>
            <a:r>
              <a:rPr lang="en-US" altLang="zh-CN" sz="2400" b="1" dirty="0">
                <a:solidFill>
                  <a:srgbClr val="000000"/>
                </a:solidFill>
                <a:effectLst/>
              </a:rPr>
              <a:t>&amp;&amp;</a:t>
            </a:r>
            <a:r>
              <a:rPr lang="zh-CN" altLang="en-US" sz="2400" b="1" dirty="0">
                <a:solidFill>
                  <a:srgbClr val="000000"/>
                </a:solidFill>
                <a:effectLst/>
              </a:rPr>
              <a:t>后处理能力提升，保障集度项目交付要求</a:t>
            </a:r>
            <a:endParaRPr lang="en-US" altLang="zh-CN" sz="2400" b="1" dirty="0">
              <a:solidFill>
                <a:srgbClr val="000000"/>
              </a:solidFill>
              <a:effectLst/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en-US" altLang="zh-CN" sz="1600" dirty="0">
                <a:solidFill>
                  <a:srgbClr val="7F7F7F"/>
                </a:solidFill>
                <a:effectLst/>
              </a:rPr>
              <a:t>1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、</a:t>
            </a:r>
            <a:r>
              <a:rPr lang="en-US" altLang="zh-CN" sz="1600" dirty="0">
                <a:solidFill>
                  <a:srgbClr val="7F7F7F"/>
                </a:solidFill>
                <a:effectLst/>
              </a:rPr>
              <a:t>AHBC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模型基础能力主要通过两个方向进行提升：</a:t>
            </a:r>
            <a:r>
              <a:rPr lang="en-US" altLang="zh-CN" sz="1600" dirty="0">
                <a:solidFill>
                  <a:srgbClr val="7F7F7F"/>
                </a:solidFill>
                <a:effectLst/>
              </a:rPr>
              <a:t>1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、通过集成不同的方法对数据进行试验，找到</a:t>
            </a:r>
            <a:r>
              <a:rPr lang="zh-CN" altLang="en-US" sz="1600" dirty="0">
                <a:solidFill>
                  <a:srgbClr val="7F7F7F"/>
                </a:solidFill>
              </a:rPr>
              <a:t>提升点  </a:t>
            </a:r>
            <a:r>
              <a:rPr lang="en-US" altLang="zh-CN" sz="1600" dirty="0">
                <a:solidFill>
                  <a:srgbClr val="7F7F7F"/>
                </a:solidFill>
              </a:rPr>
              <a:t>2</a:t>
            </a:r>
            <a:r>
              <a:rPr lang="zh-CN" altLang="en-US" sz="1600" dirty="0">
                <a:solidFill>
                  <a:srgbClr val="7F7F7F"/>
                </a:solidFill>
              </a:rPr>
              <a:t>、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在数据方面通过实车测试梳理头部问题，持续对头部问题的收敛，达到模型优化的目的。模型相对于</a:t>
            </a:r>
            <a:r>
              <a:rPr lang="en-US" altLang="zh-CN" sz="1600" dirty="0">
                <a:solidFill>
                  <a:srgbClr val="7F7F7F"/>
                </a:solidFill>
                <a:effectLst/>
              </a:rPr>
              <a:t>base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版本在测试集上的主要指标提升如下表：</a:t>
            </a:r>
            <a:endParaRPr lang="en-US" altLang="zh-CN" sz="1600" dirty="0">
              <a:solidFill>
                <a:srgbClr val="7F7F7F"/>
              </a:solidFill>
              <a:effectLst/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zh-CN" altLang="en-US" sz="1600" b="1" dirty="0">
                <a:solidFill>
                  <a:srgbClr val="000000"/>
                </a:solidFill>
              </a:rPr>
              <a:t>部分相关试验记录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：</a:t>
            </a:r>
            <a:r>
              <a:rPr lang="en" altLang="zh-CN" sz="1600" dirty="0">
                <a:solidFill>
                  <a:srgbClr val="7F7F7F"/>
                </a:solidFill>
                <a:effectLst/>
                <a:hlinkClick r:id="rId2"/>
              </a:rPr>
              <a:t>https://ku.baidu-int.com/knowledge/HFVrC7hq1Q/pKzJfZczuc/p64V_VXP6Z/kXAXStSM7NnBwp</a:t>
            </a:r>
            <a:endParaRPr lang="en" altLang="zh-CN" sz="1600" dirty="0">
              <a:solidFill>
                <a:srgbClr val="7F7F7F"/>
              </a:solidFill>
              <a:effectLst/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en-US" altLang="zh-CN" sz="1600" dirty="0">
                <a:solidFill>
                  <a:srgbClr val="7F7F7F"/>
                </a:solidFill>
                <a:effectLst/>
              </a:rPr>
              <a:t>	</a:t>
            </a:r>
            <a:r>
              <a:rPr lang="zh-CN" altLang="en-US" sz="1600" dirty="0">
                <a:solidFill>
                  <a:srgbClr val="7F7F7F"/>
                </a:solidFill>
              </a:rPr>
              <a:t>                </a:t>
            </a:r>
            <a:r>
              <a:rPr lang="en-US" altLang="zh-CN" sz="1600" dirty="0">
                <a:solidFill>
                  <a:srgbClr val="7F7F7F"/>
                </a:solidFill>
                <a:hlinkClick r:id="rId3"/>
              </a:rPr>
              <a:t>https://ku.baidu-int.com/knowledge/HFVrC7hq1Q/pKzJfZczuc/p64V_VXP6Z/GGeXNc75KCmMZk</a:t>
            </a:r>
            <a:endParaRPr lang="en-US" altLang="zh-CN" sz="1600" dirty="0">
              <a:solidFill>
                <a:srgbClr val="7F7F7F"/>
              </a:solidFill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endParaRPr lang="en-US" altLang="zh-CN" sz="1600" dirty="0">
              <a:solidFill>
                <a:srgbClr val="7F7F7F"/>
              </a:solidFill>
              <a:effectLst/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endParaRPr lang="en-US" altLang="zh-CN" sz="1600" dirty="0">
              <a:solidFill>
                <a:srgbClr val="7F7F7F"/>
              </a:solidFill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endParaRPr lang="en-US" altLang="zh-CN" sz="1600" dirty="0">
              <a:solidFill>
                <a:srgbClr val="7F7F7F"/>
              </a:solidFill>
              <a:effectLst/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endParaRPr lang="en-US" altLang="zh-CN" sz="1600" dirty="0">
              <a:solidFill>
                <a:srgbClr val="7F7F7F"/>
              </a:solidFill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en-US" altLang="zh-CN" sz="1600" dirty="0">
                <a:solidFill>
                  <a:srgbClr val="7F7F7F"/>
                </a:solidFill>
                <a:effectLst/>
              </a:rPr>
              <a:t> 2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、</a:t>
            </a:r>
            <a:r>
              <a:rPr lang="en-US" altLang="zh-CN" sz="1600" dirty="0">
                <a:solidFill>
                  <a:srgbClr val="7F7F7F"/>
                </a:solidFill>
                <a:effectLst/>
              </a:rPr>
              <a:t>SAS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模型基础能力主要通过数据方面梳理，通过对实车测试</a:t>
            </a:r>
            <a:r>
              <a:rPr lang="en-US" altLang="zh-CN" sz="1600" dirty="0">
                <a:solidFill>
                  <a:srgbClr val="7F7F7F"/>
                </a:solidFill>
                <a:effectLst/>
              </a:rPr>
              <a:t>case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与定位问题的分析，找到对应数据对模型进行优化，相关功能（</a:t>
            </a:r>
            <a:r>
              <a:rPr lang="en-US" altLang="zh-CN" sz="1600" dirty="0">
                <a:solidFill>
                  <a:srgbClr val="7F7F7F"/>
                </a:solidFill>
                <a:effectLst/>
              </a:rPr>
              <a:t>1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、多相机切换，</a:t>
            </a:r>
            <a:r>
              <a:rPr lang="en-US" altLang="zh-CN" sz="1600" dirty="0">
                <a:solidFill>
                  <a:srgbClr val="7F7F7F"/>
                </a:solidFill>
                <a:effectLst/>
              </a:rPr>
              <a:t>2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、添加跟踪能力，</a:t>
            </a:r>
            <a:r>
              <a:rPr lang="en-US" altLang="zh-CN" sz="1600" dirty="0">
                <a:solidFill>
                  <a:srgbClr val="7F7F7F"/>
                </a:solidFill>
                <a:effectLst/>
              </a:rPr>
              <a:t>3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、</a:t>
            </a:r>
            <a:r>
              <a:rPr lang="zh-CN" altLang="en-US" sz="1600" dirty="0">
                <a:solidFill>
                  <a:srgbClr val="7F7F7F"/>
                </a:solidFill>
              </a:rPr>
              <a:t>链路剥离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）开发主要为满足不同业务的需求（</a:t>
            </a:r>
            <a:r>
              <a:rPr lang="en-US" altLang="zh-CN" sz="1600" dirty="0">
                <a:solidFill>
                  <a:srgbClr val="7F7F7F"/>
                </a:solidFill>
                <a:effectLst/>
              </a:rPr>
              <a:t>1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、</a:t>
            </a:r>
            <a:r>
              <a:rPr lang="en-US" altLang="zh-CN" sz="1600" dirty="0">
                <a:solidFill>
                  <a:srgbClr val="7F7F7F"/>
                </a:solidFill>
                <a:effectLst/>
              </a:rPr>
              <a:t>SAS</a:t>
            </a:r>
            <a:r>
              <a:rPr lang="zh-CN" altLang="en-US" sz="1600" dirty="0">
                <a:solidFill>
                  <a:srgbClr val="7F7F7F"/>
                </a:solidFill>
              </a:rPr>
              <a:t>检测视距，</a:t>
            </a:r>
            <a:r>
              <a:rPr lang="en-US" altLang="zh-CN" sz="1600" dirty="0">
                <a:solidFill>
                  <a:srgbClr val="7F7F7F"/>
                </a:solidFill>
              </a:rPr>
              <a:t>2</a:t>
            </a:r>
            <a:r>
              <a:rPr lang="zh-CN" altLang="en-US" sz="1600" dirty="0">
                <a:solidFill>
                  <a:srgbClr val="7F7F7F"/>
                </a:solidFill>
              </a:rPr>
              <a:t>、定位需求，</a:t>
            </a:r>
            <a:r>
              <a:rPr lang="en-US" altLang="zh-CN" sz="1600" dirty="0">
                <a:solidFill>
                  <a:srgbClr val="7F7F7F"/>
                </a:solidFill>
              </a:rPr>
              <a:t>3</a:t>
            </a:r>
            <a:r>
              <a:rPr lang="zh-CN" altLang="en-US" sz="1600" dirty="0">
                <a:solidFill>
                  <a:srgbClr val="7F7F7F"/>
                </a:solidFill>
              </a:rPr>
              <a:t>、</a:t>
            </a:r>
            <a:r>
              <a:rPr lang="en-US" altLang="zh-CN" sz="1600" dirty="0">
                <a:solidFill>
                  <a:srgbClr val="7F7F7F"/>
                </a:solidFill>
              </a:rPr>
              <a:t>AEB</a:t>
            </a:r>
            <a:r>
              <a:rPr lang="zh-CN" altLang="en-US" sz="1600" dirty="0">
                <a:solidFill>
                  <a:srgbClr val="7F7F7F"/>
                </a:solidFill>
              </a:rPr>
              <a:t>模块</a:t>
            </a:r>
            <a:r>
              <a:rPr lang="en-US" altLang="zh-CN" sz="1600" dirty="0">
                <a:solidFill>
                  <a:srgbClr val="7F7F7F"/>
                </a:solidFill>
              </a:rPr>
              <a:t>30HZ</a:t>
            </a:r>
            <a:r>
              <a:rPr lang="zh-CN" altLang="en-US" sz="1600" dirty="0">
                <a:solidFill>
                  <a:srgbClr val="7F7F7F"/>
                </a:solidFill>
              </a:rPr>
              <a:t>要求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）</a:t>
            </a:r>
            <a:endParaRPr lang="en-US" altLang="zh-CN" sz="1600" dirty="0">
              <a:solidFill>
                <a:srgbClr val="7F7F7F"/>
              </a:solidFill>
              <a:effectLst/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zh-CN" altLang="en-US" sz="1600" b="1" dirty="0">
                <a:solidFill>
                  <a:srgbClr val="000000"/>
                </a:solidFill>
              </a:rPr>
              <a:t>部分相关试验记录：</a:t>
            </a:r>
            <a:r>
              <a:rPr lang="en" altLang="zh-CN" sz="1600" b="1" dirty="0">
                <a:solidFill>
                  <a:srgbClr val="000000"/>
                </a:solidFill>
              </a:rPr>
              <a:t> </a:t>
            </a:r>
            <a:r>
              <a:rPr lang="en" altLang="zh-CN" sz="1600" dirty="0">
                <a:solidFill>
                  <a:srgbClr val="7F7F7F"/>
                </a:solidFill>
                <a:hlinkClick r:id="rId4"/>
              </a:rPr>
              <a:t>https://ku.baidu-int.com/knowledge/HFVrC7hq1Q/pKzJfZczuc/p64V_VXP6Z/FV7aNea8CwTy2B</a:t>
            </a:r>
            <a:endParaRPr lang="en" altLang="zh-CN" sz="1600" dirty="0">
              <a:solidFill>
                <a:srgbClr val="7F7F7F"/>
              </a:solidFill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en-US" altLang="zh-CN" sz="1600" dirty="0">
                <a:solidFill>
                  <a:srgbClr val="7F7F7F"/>
                </a:solidFill>
                <a:effectLst/>
              </a:rPr>
              <a:t>	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                 </a:t>
            </a:r>
            <a:r>
              <a:rPr lang="en-US" altLang="zh-CN" sz="1600" dirty="0">
                <a:solidFill>
                  <a:srgbClr val="7F7F7F"/>
                </a:solidFill>
                <a:effectLst/>
                <a:hlinkClick r:id="rId5"/>
              </a:rPr>
              <a:t>https://ku.baidu-int.com/knowledge/HFVrC7hq1Q/pKzJfZczuc/p64V_VXP6Z/bvRnZ9M4j04XU6</a:t>
            </a:r>
            <a:endParaRPr lang="en-US" altLang="zh-CN" sz="1600" dirty="0">
              <a:solidFill>
                <a:srgbClr val="7F7F7F"/>
              </a:solidFill>
              <a:effectLst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A50B710-3FB5-C632-6E3F-7399FF251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2368" y="2808998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﻿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2E66FEE-B661-FA2D-996C-32F08D20C6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901524"/>
              </p:ext>
            </p:extLst>
          </p:nvPr>
        </p:nvGraphicFramePr>
        <p:xfrm>
          <a:off x="2200383" y="2304306"/>
          <a:ext cx="8280920" cy="1592055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42653585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119965647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90889414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4122352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8379346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55499526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4175843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329644544"/>
                    </a:ext>
                  </a:extLst>
                </a:gridCol>
              </a:tblGrid>
              <a:tr h="318411">
                <a:tc>
                  <a:txBody>
                    <a:bodyPr/>
                    <a:lstStyle/>
                    <a:p>
                      <a:pPr algn="ctr" fontAlgn="ctr"/>
                      <a:endParaRPr lang="zh-CN" altLang="en-US" sz="1400" dirty="0">
                        <a:effectLst/>
                      </a:endParaRP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 dirty="0">
                          <a:effectLst/>
                        </a:rPr>
                        <a:t>base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>
                          <a:effectLst/>
                        </a:rPr>
                        <a:t>online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>
                          <a:effectLst/>
                        </a:rPr>
                        <a:t>提升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zh-CN" altLang="en-US" sz="1400">
                        <a:effectLst/>
                      </a:endParaRPr>
                    </a:p>
                  </a:txBody>
                  <a:tcPr marL="81935" marR="81935" marT="40967" marB="40967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>
                          <a:effectLst/>
                        </a:rPr>
                        <a:t>base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>
                          <a:effectLst/>
                        </a:rPr>
                        <a:t>online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>
                          <a:effectLst/>
                        </a:rPr>
                        <a:t>提升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4197358"/>
                  </a:ext>
                </a:extLst>
              </a:tr>
              <a:tr h="318411"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 dirty="0">
                          <a:effectLst/>
                        </a:rPr>
                        <a:t>Head P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effectLst/>
                        </a:rPr>
                        <a:t>0.744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effectLst/>
                        </a:rPr>
                        <a:t>0.838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solidFill>
                            <a:srgbClr val="00B050"/>
                          </a:solidFill>
                          <a:effectLst/>
                        </a:rPr>
                        <a:t>0.094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 dirty="0">
                          <a:effectLst/>
                        </a:rPr>
                        <a:t>Streetlight P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effectLst/>
                        </a:rPr>
                        <a:t>0.863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effectLst/>
                        </a:rPr>
                        <a:t>0.886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solidFill>
                            <a:srgbClr val="00B050"/>
                          </a:solidFill>
                          <a:effectLst/>
                        </a:rPr>
                        <a:t>0.023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734283"/>
                  </a:ext>
                </a:extLst>
              </a:tr>
              <a:tr h="318411"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 dirty="0">
                          <a:effectLst/>
                        </a:rPr>
                        <a:t>Head R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effectLst/>
                        </a:rPr>
                        <a:t>0.317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>
                          <a:effectLst/>
                        </a:rPr>
                        <a:t>0.704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solidFill>
                            <a:srgbClr val="00B050"/>
                          </a:solidFill>
                          <a:effectLst/>
                        </a:rPr>
                        <a:t>0.387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 dirty="0">
                          <a:effectLst/>
                        </a:rPr>
                        <a:t>Streetlight R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>
                          <a:effectLst/>
                        </a:rPr>
                        <a:t>0.77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>
                          <a:effectLst/>
                        </a:rPr>
                        <a:t>0.808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solidFill>
                            <a:srgbClr val="00B050"/>
                          </a:solidFill>
                          <a:effectLst/>
                        </a:rPr>
                        <a:t>0.038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606043"/>
                  </a:ext>
                </a:extLst>
              </a:tr>
              <a:tr h="318411"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>
                          <a:effectLst/>
                        </a:rPr>
                        <a:t>Tail P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>
                          <a:effectLst/>
                        </a:rPr>
                        <a:t>0.664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effectLst/>
                        </a:rPr>
                        <a:t>0.905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solidFill>
                            <a:srgbClr val="00B050"/>
                          </a:solidFill>
                          <a:effectLst/>
                        </a:rPr>
                        <a:t>0.241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 dirty="0" err="1">
                          <a:effectLst/>
                        </a:rPr>
                        <a:t>Trafficlight</a:t>
                      </a:r>
                      <a:r>
                        <a:rPr lang="en" sz="1400" dirty="0">
                          <a:effectLst/>
                        </a:rPr>
                        <a:t> P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effectLst/>
                        </a:rPr>
                        <a:t>0.59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>
                          <a:effectLst/>
                        </a:rPr>
                        <a:t>0.917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solidFill>
                            <a:srgbClr val="00B050"/>
                          </a:solidFill>
                          <a:effectLst/>
                        </a:rPr>
                        <a:t>0.327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536852"/>
                  </a:ext>
                </a:extLst>
              </a:tr>
              <a:tr h="318411"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>
                          <a:effectLst/>
                        </a:rPr>
                        <a:t>Tail R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>
                          <a:effectLst/>
                        </a:rPr>
                        <a:t>0.564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>
                          <a:effectLst/>
                        </a:rPr>
                        <a:t>0.805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solidFill>
                            <a:srgbClr val="00B050"/>
                          </a:solidFill>
                          <a:effectLst/>
                        </a:rPr>
                        <a:t>0.241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>
                          <a:effectLst/>
                        </a:rPr>
                        <a:t>Trafficlight R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effectLst/>
                        </a:rPr>
                        <a:t>0.748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effectLst/>
                        </a:rPr>
                        <a:t>0.815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solidFill>
                            <a:srgbClr val="00B050"/>
                          </a:solidFill>
                          <a:effectLst/>
                        </a:rPr>
                        <a:t>0.067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8964774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241E0DFE-95C4-79AA-7CD0-8CE8E7EFB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297" y="2465685"/>
            <a:ext cx="1112106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﻿</a:t>
            </a:r>
          </a:p>
        </p:txBody>
      </p:sp>
    </p:spTree>
    <p:extLst>
      <p:ext uri="{BB962C8B-B14F-4D97-AF65-F5344CB8AC3E}">
        <p14:creationId xmlns:p14="http://schemas.microsoft.com/office/powerpoint/2010/main" val="347464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39763" y="324684"/>
            <a:ext cx="11709138" cy="60343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zh-CN" altLang="en-US" sz="2400" b="1" dirty="0">
                <a:solidFill>
                  <a:srgbClr val="000000"/>
                </a:solidFill>
              </a:rPr>
              <a:t>二、建立</a:t>
            </a:r>
            <a:r>
              <a:rPr lang="en-US" altLang="zh-CN" sz="2400" b="1" dirty="0">
                <a:solidFill>
                  <a:srgbClr val="000000"/>
                </a:solidFill>
              </a:rPr>
              <a:t>AEB</a:t>
            </a:r>
            <a:r>
              <a:rPr lang="zh-CN" altLang="en-US" sz="2400" b="1" dirty="0">
                <a:solidFill>
                  <a:srgbClr val="000000"/>
                </a:solidFill>
              </a:rPr>
              <a:t>感知评测体系，推动自研感知迭代升级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en-US" altLang="zh-CN" sz="1600" dirty="0">
                <a:solidFill>
                  <a:srgbClr val="7F7F7F"/>
                </a:solidFill>
              </a:rPr>
              <a:t>1</a:t>
            </a:r>
            <a:r>
              <a:rPr lang="zh-CN" altLang="en-US" sz="1600" dirty="0">
                <a:solidFill>
                  <a:srgbClr val="7F7F7F"/>
                </a:solidFill>
              </a:rPr>
              <a:t>、根据</a:t>
            </a:r>
            <a:r>
              <a:rPr lang="en-US" altLang="zh-CN" sz="1600" dirty="0">
                <a:solidFill>
                  <a:srgbClr val="7F7F7F"/>
                </a:solidFill>
              </a:rPr>
              <a:t>AEB</a:t>
            </a:r>
            <a:r>
              <a:rPr lang="zh-CN" altLang="en-US" sz="1600" dirty="0">
                <a:solidFill>
                  <a:srgbClr val="7F7F7F"/>
                </a:solidFill>
              </a:rPr>
              <a:t>业务需求，完成自研</a:t>
            </a:r>
            <a:r>
              <a:rPr lang="en-US" altLang="zh-CN" sz="1600" dirty="0">
                <a:solidFill>
                  <a:srgbClr val="7F7F7F"/>
                </a:solidFill>
              </a:rPr>
              <a:t>AEB</a:t>
            </a:r>
            <a:r>
              <a:rPr lang="zh-CN" altLang="en-US" sz="1600" dirty="0">
                <a:solidFill>
                  <a:srgbClr val="7F7F7F"/>
                </a:solidFill>
              </a:rPr>
              <a:t>感知端到端评测功能开发</a:t>
            </a:r>
            <a:r>
              <a:rPr lang="en-US" altLang="zh-CN" sz="1600" dirty="0">
                <a:solidFill>
                  <a:srgbClr val="7F7F7F"/>
                </a:solidFill>
              </a:rPr>
              <a:t>,</a:t>
            </a:r>
            <a:r>
              <a:rPr lang="zh-CN" altLang="en-US" sz="1600" dirty="0">
                <a:solidFill>
                  <a:srgbClr val="7F7F7F"/>
                </a:solidFill>
              </a:rPr>
              <a:t>以落盘数据为输入分析，以</a:t>
            </a:r>
            <a:r>
              <a:rPr lang="en" altLang="zh-CN" sz="1600" dirty="0">
                <a:solidFill>
                  <a:srgbClr val="7F7F7F"/>
                </a:solidFill>
              </a:rPr>
              <a:t>hesaiAT128</a:t>
            </a:r>
            <a:r>
              <a:rPr lang="zh-CN" altLang="en" sz="1600" dirty="0">
                <a:solidFill>
                  <a:srgbClr val="7F7F7F"/>
                </a:solidFill>
              </a:rPr>
              <a:t>检测</a:t>
            </a:r>
            <a:r>
              <a:rPr lang="zh-CN" altLang="en-US" sz="1600" dirty="0">
                <a:solidFill>
                  <a:srgbClr val="7F7F7F"/>
                </a:solidFill>
              </a:rPr>
              <a:t>结果为</a:t>
            </a:r>
            <a:r>
              <a:rPr lang="en-US" altLang="zh-CN" sz="1600" dirty="0" err="1">
                <a:solidFill>
                  <a:srgbClr val="7F7F7F"/>
                </a:solidFill>
              </a:rPr>
              <a:t>gt</a:t>
            </a:r>
            <a:r>
              <a:rPr lang="zh-CN" altLang="en-US" sz="1600" dirty="0">
                <a:solidFill>
                  <a:srgbClr val="7F7F7F"/>
                </a:solidFill>
              </a:rPr>
              <a:t> 评测</a:t>
            </a:r>
            <a:r>
              <a:rPr lang="en-US" altLang="zh-CN" sz="1600" dirty="0">
                <a:solidFill>
                  <a:srgbClr val="7F7F7F"/>
                </a:solidFill>
              </a:rPr>
              <a:t>AEB</a:t>
            </a:r>
            <a:r>
              <a:rPr lang="zh-CN" altLang="en-US" sz="1600" dirty="0">
                <a:solidFill>
                  <a:srgbClr val="7F7F7F"/>
                </a:solidFill>
              </a:rPr>
              <a:t>后处理结果，根据业务需求输出评测指标，支持本地感知后处理验证，推动感知端到端能力升级。主要评测指标有：</a:t>
            </a:r>
            <a:r>
              <a:rPr lang="en" altLang="zh-CN" sz="1600" dirty="0">
                <a:solidFill>
                  <a:srgbClr val="7F7F7F"/>
                </a:solidFill>
              </a:rPr>
              <a:t>precision</a:t>
            </a:r>
            <a:r>
              <a:rPr lang="zh-CN" altLang="en-US" sz="1600" dirty="0">
                <a:solidFill>
                  <a:srgbClr val="7F7F7F"/>
                </a:solidFill>
              </a:rPr>
              <a:t>、</a:t>
            </a:r>
            <a:r>
              <a:rPr lang="en" altLang="zh-CN" sz="1600" dirty="0">
                <a:solidFill>
                  <a:srgbClr val="7F7F7F"/>
                </a:solidFill>
              </a:rPr>
              <a:t>recall</a:t>
            </a:r>
            <a:r>
              <a:rPr lang="zh-CN" altLang="en-US" sz="1600" dirty="0">
                <a:solidFill>
                  <a:srgbClr val="7F7F7F"/>
                </a:solidFill>
              </a:rPr>
              <a:t>以及在不同方向的误差（</a:t>
            </a:r>
            <a:r>
              <a:rPr lang="en-US" altLang="zh-CN" sz="1600" dirty="0" err="1">
                <a:solidFill>
                  <a:srgbClr val="7F7F7F"/>
                </a:solidFill>
              </a:rPr>
              <a:t>x_err</a:t>
            </a:r>
            <a:r>
              <a:rPr lang="en-US" altLang="zh-CN" sz="1600" dirty="0">
                <a:solidFill>
                  <a:srgbClr val="7F7F7F"/>
                </a:solidFill>
              </a:rPr>
              <a:t>(m)</a:t>
            </a:r>
            <a:r>
              <a:rPr lang="zh-CN" altLang="en-US" sz="1600" dirty="0">
                <a:solidFill>
                  <a:srgbClr val="7F7F7F"/>
                </a:solidFill>
              </a:rPr>
              <a:t>、</a:t>
            </a:r>
            <a:r>
              <a:rPr lang="en" altLang="zh-CN" sz="1600" dirty="0" err="1">
                <a:solidFill>
                  <a:srgbClr val="7F7F7F"/>
                </a:solidFill>
              </a:rPr>
              <a:t>y_err</a:t>
            </a:r>
            <a:r>
              <a:rPr lang="en" altLang="zh-CN" sz="1600" dirty="0">
                <a:solidFill>
                  <a:srgbClr val="7F7F7F"/>
                </a:solidFill>
              </a:rPr>
              <a:t>(m)</a:t>
            </a:r>
            <a:r>
              <a:rPr lang="zh-CN" altLang="en-US" sz="1600" dirty="0">
                <a:solidFill>
                  <a:srgbClr val="7F7F7F"/>
                </a:solidFill>
              </a:rPr>
              <a:t>、</a:t>
            </a:r>
            <a:r>
              <a:rPr lang="en" altLang="zh-CN" sz="1600" dirty="0">
                <a:solidFill>
                  <a:srgbClr val="7F7F7F"/>
                </a:solidFill>
              </a:rPr>
              <a:t> </a:t>
            </a:r>
            <a:r>
              <a:rPr lang="en" altLang="zh-CN" sz="1600" dirty="0" err="1">
                <a:solidFill>
                  <a:srgbClr val="7F7F7F"/>
                </a:solidFill>
              </a:rPr>
              <a:t>dist_err</a:t>
            </a:r>
            <a:r>
              <a:rPr lang="en" altLang="zh-CN" sz="1600" dirty="0">
                <a:solidFill>
                  <a:srgbClr val="7F7F7F"/>
                </a:solidFill>
              </a:rPr>
              <a:t>(m) </a:t>
            </a:r>
            <a:r>
              <a:rPr lang="zh-CN" altLang="en-US" sz="1600" dirty="0">
                <a:solidFill>
                  <a:srgbClr val="7F7F7F"/>
                </a:solidFill>
              </a:rPr>
              <a:t>、</a:t>
            </a:r>
            <a:r>
              <a:rPr lang="en" altLang="zh-CN" sz="1600" dirty="0">
                <a:solidFill>
                  <a:srgbClr val="7F7F7F"/>
                </a:solidFill>
              </a:rPr>
              <a:t> </a:t>
            </a:r>
            <a:r>
              <a:rPr lang="en" altLang="zh-CN" sz="1600" dirty="0" err="1">
                <a:solidFill>
                  <a:srgbClr val="7F7F7F"/>
                </a:solidFill>
              </a:rPr>
              <a:t>relative_dist_err</a:t>
            </a:r>
            <a:r>
              <a:rPr lang="en" altLang="zh-CN" sz="1600" dirty="0">
                <a:solidFill>
                  <a:srgbClr val="7F7F7F"/>
                </a:solidFill>
              </a:rPr>
              <a:t> </a:t>
            </a:r>
            <a:r>
              <a:rPr lang="zh-CN" altLang="en-US" sz="1600" dirty="0">
                <a:solidFill>
                  <a:srgbClr val="7F7F7F"/>
                </a:solidFill>
              </a:rPr>
              <a:t>、</a:t>
            </a:r>
            <a:r>
              <a:rPr lang="en" altLang="zh-CN" sz="1600" dirty="0" err="1">
                <a:solidFill>
                  <a:srgbClr val="7F7F7F"/>
                </a:solidFill>
              </a:rPr>
              <a:t>orient_err</a:t>
            </a:r>
            <a:r>
              <a:rPr lang="en" altLang="zh-CN" sz="1600" dirty="0">
                <a:solidFill>
                  <a:srgbClr val="7F7F7F"/>
                </a:solidFill>
              </a:rPr>
              <a:t>(°) </a:t>
            </a:r>
            <a:r>
              <a:rPr lang="zh-CN" altLang="en-US" sz="1600" dirty="0">
                <a:solidFill>
                  <a:srgbClr val="7F7F7F"/>
                </a:solidFill>
              </a:rPr>
              <a:t>、</a:t>
            </a:r>
            <a:r>
              <a:rPr lang="en" altLang="zh-CN" sz="1600" dirty="0" err="1">
                <a:solidFill>
                  <a:srgbClr val="7F7F7F"/>
                </a:solidFill>
              </a:rPr>
              <a:t>iou_err</a:t>
            </a:r>
            <a:r>
              <a:rPr lang="en" altLang="zh-CN" sz="1600" dirty="0">
                <a:solidFill>
                  <a:srgbClr val="7F7F7F"/>
                </a:solidFill>
              </a:rPr>
              <a:t> </a:t>
            </a:r>
            <a:r>
              <a:rPr lang="zh-CN" altLang="en-US" sz="1600" dirty="0">
                <a:solidFill>
                  <a:srgbClr val="7F7F7F"/>
                </a:solidFill>
              </a:rPr>
              <a:t>、</a:t>
            </a:r>
            <a:r>
              <a:rPr lang="en" altLang="zh-CN" sz="1600" dirty="0" err="1">
                <a:solidFill>
                  <a:srgbClr val="7F7F7F"/>
                </a:solidFill>
              </a:rPr>
              <a:t>vx_err</a:t>
            </a:r>
            <a:r>
              <a:rPr lang="en" altLang="zh-CN" sz="1600" dirty="0">
                <a:solidFill>
                  <a:srgbClr val="7F7F7F"/>
                </a:solidFill>
              </a:rPr>
              <a:t>(m/s) </a:t>
            </a:r>
            <a:r>
              <a:rPr lang="zh-CN" altLang="en-US" sz="1600" dirty="0">
                <a:solidFill>
                  <a:srgbClr val="7F7F7F"/>
                </a:solidFill>
              </a:rPr>
              <a:t>、</a:t>
            </a:r>
            <a:r>
              <a:rPr lang="en" altLang="zh-CN" sz="1600" dirty="0" err="1">
                <a:solidFill>
                  <a:srgbClr val="7F7F7F"/>
                </a:solidFill>
              </a:rPr>
              <a:t>vy_err</a:t>
            </a:r>
            <a:r>
              <a:rPr lang="en" altLang="zh-CN" sz="1600" dirty="0">
                <a:solidFill>
                  <a:srgbClr val="7F7F7F"/>
                </a:solidFill>
              </a:rPr>
              <a:t>(m/s)</a:t>
            </a:r>
            <a:r>
              <a:rPr lang="zh-CN" altLang="en-US" sz="1600" dirty="0">
                <a:solidFill>
                  <a:srgbClr val="7F7F7F"/>
                </a:solidFill>
              </a:rPr>
              <a:t>、</a:t>
            </a:r>
            <a:r>
              <a:rPr lang="en" altLang="zh-CN" sz="1600" dirty="0" err="1">
                <a:solidFill>
                  <a:srgbClr val="7F7F7F"/>
                </a:solidFill>
              </a:rPr>
              <a:t>vel_err</a:t>
            </a:r>
            <a:r>
              <a:rPr lang="en" altLang="zh-CN" sz="1600" dirty="0">
                <a:solidFill>
                  <a:srgbClr val="7F7F7F"/>
                </a:solidFill>
              </a:rPr>
              <a:t>(m/s)</a:t>
            </a:r>
            <a:r>
              <a:rPr lang="zh-CN" altLang="en-US" sz="1600" dirty="0">
                <a:solidFill>
                  <a:srgbClr val="7F7F7F"/>
                </a:solidFill>
              </a:rPr>
              <a:t>、</a:t>
            </a:r>
            <a:r>
              <a:rPr lang="en" altLang="zh-CN" sz="1600" dirty="0" err="1">
                <a:solidFill>
                  <a:srgbClr val="7F7F7F"/>
                </a:solidFill>
              </a:rPr>
              <a:t>scale_err</a:t>
            </a:r>
            <a:r>
              <a:rPr lang="zh-CN" altLang="en-US" sz="1600" dirty="0">
                <a:solidFill>
                  <a:srgbClr val="7F7F7F"/>
                </a:solidFill>
              </a:rPr>
              <a:t>）。单个评测结果如下图所示：</a:t>
            </a:r>
            <a:endParaRPr lang="en-US" altLang="zh-CN" sz="1600" dirty="0">
              <a:solidFill>
                <a:srgbClr val="7F7F7F"/>
              </a:solidFill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endParaRPr lang="en-US" altLang="zh-CN" sz="1600" dirty="0">
              <a:solidFill>
                <a:srgbClr val="7F7F7F"/>
              </a:solidFill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endParaRPr lang="en-US" altLang="zh-CN" sz="1600" dirty="0">
              <a:solidFill>
                <a:srgbClr val="7F7F7F"/>
              </a:solidFill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endParaRPr lang="en-US" altLang="zh-CN" sz="1600" dirty="0">
              <a:solidFill>
                <a:srgbClr val="7F7F7F"/>
              </a:solidFill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endParaRPr lang="en-US" altLang="zh-CN" sz="1600" dirty="0">
              <a:solidFill>
                <a:srgbClr val="7F7F7F"/>
              </a:solidFill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endParaRPr lang="en-US" altLang="zh-CN" sz="1600" dirty="0">
              <a:solidFill>
                <a:srgbClr val="7F7F7F"/>
              </a:solidFill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endParaRPr lang="en-US" altLang="zh-CN" sz="1600" dirty="0">
              <a:solidFill>
                <a:srgbClr val="7F7F7F"/>
              </a:solidFill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endParaRPr lang="en-US" altLang="zh-CN" sz="1600" dirty="0">
              <a:solidFill>
                <a:srgbClr val="7F7F7F"/>
              </a:solidFill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en-US" altLang="zh-CN" sz="1600" dirty="0">
                <a:solidFill>
                  <a:srgbClr val="7F7F7F"/>
                </a:solidFill>
              </a:rPr>
              <a:t>2</a:t>
            </a:r>
            <a:r>
              <a:rPr lang="zh-CN" altLang="en-US" sz="1600" dirty="0">
                <a:solidFill>
                  <a:srgbClr val="7F7F7F"/>
                </a:solidFill>
              </a:rPr>
              <a:t>、以</a:t>
            </a:r>
            <a:r>
              <a:rPr lang="en-US" altLang="zh-CN" sz="1600" dirty="0" err="1">
                <a:solidFill>
                  <a:srgbClr val="7F7F7F"/>
                </a:solidFill>
              </a:rPr>
              <a:t>dueye</a:t>
            </a:r>
            <a:r>
              <a:rPr lang="zh-CN" altLang="en-US" sz="1600" dirty="0">
                <a:solidFill>
                  <a:srgbClr val="7F7F7F"/>
                </a:solidFill>
              </a:rPr>
              <a:t>为基础，自建</a:t>
            </a:r>
            <a:r>
              <a:rPr lang="en-US" altLang="zh-CN" sz="1600" dirty="0">
                <a:solidFill>
                  <a:srgbClr val="7F7F7F"/>
                </a:solidFill>
              </a:rPr>
              <a:t>AEB</a:t>
            </a:r>
            <a:r>
              <a:rPr lang="zh-CN" altLang="en-US" sz="1600" dirty="0">
                <a:solidFill>
                  <a:srgbClr val="7F7F7F"/>
                </a:solidFill>
              </a:rPr>
              <a:t>可视化分析工具，可以直观的分析问题，分析图片如下所示：</a:t>
            </a:r>
            <a:endParaRPr lang="en-US" altLang="zh-CN" sz="1600" dirty="0">
              <a:solidFill>
                <a:srgbClr val="7F7F7F"/>
              </a:solidFill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endParaRPr lang="en-US" altLang="zh-CN" sz="1600" dirty="0">
              <a:solidFill>
                <a:srgbClr val="7F7F7F"/>
              </a:solidFill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endParaRPr lang="en-US" altLang="zh-CN" sz="1600" dirty="0">
              <a:solidFill>
                <a:srgbClr val="7F7F7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2899B9-8F35-B28D-C79C-ABA43CD00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132" y="2040924"/>
            <a:ext cx="7772400" cy="26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808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39763" y="324684"/>
            <a:ext cx="11709138" cy="60343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zh-CN" altLang="en-US" sz="2400" b="1" dirty="0">
                <a:solidFill>
                  <a:srgbClr val="000000"/>
                </a:solidFill>
              </a:rPr>
              <a:t>三、建立</a:t>
            </a:r>
            <a:r>
              <a:rPr lang="en" altLang="zh-CN" sz="2400" b="1" dirty="0">
                <a:solidFill>
                  <a:srgbClr val="000000"/>
                </a:solidFill>
              </a:rPr>
              <a:t>AHBC</a:t>
            </a:r>
            <a:r>
              <a:rPr lang="en-US" altLang="zh-CN" sz="2400" b="1" dirty="0">
                <a:solidFill>
                  <a:srgbClr val="000000"/>
                </a:solidFill>
              </a:rPr>
              <a:t>&amp;&amp;</a:t>
            </a:r>
            <a:r>
              <a:rPr lang="en-US" altLang="zh-CN" sz="2400" b="1" dirty="0" err="1">
                <a:solidFill>
                  <a:srgbClr val="000000"/>
                </a:solidFill>
              </a:rPr>
              <a:t>SAScase</a:t>
            </a:r>
            <a:r>
              <a:rPr lang="zh-CN" altLang="en-US" sz="2400" b="1" dirty="0">
                <a:solidFill>
                  <a:srgbClr val="000000"/>
                </a:solidFill>
              </a:rPr>
              <a:t>分析能力，保证</a:t>
            </a:r>
            <a:r>
              <a:rPr lang="en-US" altLang="zh-CN" sz="2400" b="1" dirty="0">
                <a:solidFill>
                  <a:srgbClr val="000000"/>
                </a:solidFill>
              </a:rPr>
              <a:t>corner</a:t>
            </a:r>
            <a:r>
              <a:rPr lang="zh-CN" altLang="en-US" sz="2400" b="1" dirty="0">
                <a:solidFill>
                  <a:srgbClr val="000000"/>
                </a:solidFill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</a:rPr>
              <a:t>case</a:t>
            </a:r>
            <a:r>
              <a:rPr lang="zh-CN" altLang="en-US" sz="2400" b="1" dirty="0">
                <a:solidFill>
                  <a:srgbClr val="000000"/>
                </a:solidFill>
              </a:rPr>
              <a:t>快速分析与解决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 lvl="0"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en-US" altLang="zh-CN" sz="1600" dirty="0">
                <a:solidFill>
                  <a:srgbClr val="7F7F7F"/>
                </a:solidFill>
                <a:effectLst/>
              </a:rPr>
              <a:t>1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、根据业务需求，建立端到端的</a:t>
            </a:r>
            <a:r>
              <a:rPr lang="en-US" altLang="zh-CN" sz="1600" dirty="0">
                <a:solidFill>
                  <a:srgbClr val="7F7F7F"/>
                </a:solidFill>
                <a:effectLst/>
              </a:rPr>
              <a:t>AHBC&amp;&amp;SAS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的</a:t>
            </a:r>
            <a:r>
              <a:rPr lang="en-US" altLang="zh-CN" sz="1600" dirty="0">
                <a:solidFill>
                  <a:srgbClr val="7F7F7F"/>
                </a:solidFill>
                <a:effectLst/>
              </a:rPr>
              <a:t>case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分析能力，可以达到问题的快速定位，并根据问题判断相关</a:t>
            </a:r>
            <a:r>
              <a:rPr lang="en-US" altLang="zh-CN" sz="1600" dirty="0">
                <a:solidFill>
                  <a:srgbClr val="7F7F7F"/>
                </a:solidFill>
                <a:effectLst/>
              </a:rPr>
              <a:t>case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在后处理层面和模型层面解决的难以程度，对应进行解决。</a:t>
            </a:r>
            <a:endParaRPr lang="en-US" altLang="zh-CN" sz="1600" dirty="0">
              <a:solidFill>
                <a:srgbClr val="7F7F7F"/>
              </a:solidFill>
            </a:endParaRPr>
          </a:p>
          <a:p>
            <a:pPr lvl="0"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zh-CN" altLang="en-US" sz="1600" b="1" dirty="0">
                <a:solidFill>
                  <a:srgbClr val="000000"/>
                </a:solidFill>
              </a:rPr>
              <a:t>相关</a:t>
            </a:r>
            <a:r>
              <a:rPr lang="en-US" altLang="zh-CN" sz="1600" b="1" dirty="0">
                <a:solidFill>
                  <a:srgbClr val="000000"/>
                </a:solidFill>
              </a:rPr>
              <a:t>case</a:t>
            </a:r>
            <a:r>
              <a:rPr lang="zh-CN" altLang="en-US" sz="1600" b="1" dirty="0">
                <a:solidFill>
                  <a:srgbClr val="000000"/>
                </a:solidFill>
              </a:rPr>
              <a:t>分析记录：</a:t>
            </a:r>
            <a:r>
              <a:rPr lang="en-US" altLang="zh-CN" sz="1600" dirty="0">
                <a:solidFill>
                  <a:srgbClr val="7F7F7F"/>
                </a:solidFill>
                <a:hlinkClick r:id="rId2"/>
              </a:rPr>
              <a:t>https://ku.baidu-int.com/knowledge/HFVrC7hq1Q/pKzJfZczuc/p64V_VXP6Z/eil5wObsM1RzEp</a:t>
            </a:r>
            <a:endParaRPr lang="en-US" altLang="zh-CN" sz="1600" dirty="0">
              <a:solidFill>
                <a:srgbClr val="7F7F7F"/>
              </a:solidFill>
            </a:endParaRPr>
          </a:p>
          <a:p>
            <a:pPr lvl="0"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en-US" altLang="zh-CN" sz="1600" dirty="0">
                <a:solidFill>
                  <a:srgbClr val="7F7F7F"/>
                </a:solidFill>
              </a:rPr>
              <a:t>	</a:t>
            </a:r>
            <a:r>
              <a:rPr lang="zh-CN" altLang="en-US" sz="1600" dirty="0">
                <a:solidFill>
                  <a:srgbClr val="7F7F7F"/>
                </a:solidFill>
              </a:rPr>
              <a:t>               </a:t>
            </a:r>
            <a:r>
              <a:rPr lang="en-US" altLang="zh-CN" sz="1600" dirty="0">
                <a:solidFill>
                  <a:srgbClr val="7F7F7F"/>
                </a:solidFill>
                <a:hlinkClick r:id="rId3"/>
              </a:rPr>
              <a:t>https://ku.baidu-int.com/knowledge/HFVrC7hq1Q/pKzJfZczuc/p64V_VXP6Z/67DtfTszTsZiaE</a:t>
            </a:r>
            <a:endParaRPr lang="en-US" altLang="zh-CN" sz="1600" dirty="0">
              <a:solidFill>
                <a:srgbClr val="7F7F7F"/>
              </a:solidFill>
            </a:endParaRPr>
          </a:p>
          <a:p>
            <a:pPr lvl="0"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en-US" altLang="zh-CN" sz="1600" dirty="0">
                <a:solidFill>
                  <a:srgbClr val="7F7F7F"/>
                </a:solidFill>
              </a:rPr>
              <a:t>	               </a:t>
            </a:r>
            <a:r>
              <a:rPr lang="en-US" altLang="zh-CN" sz="1600" dirty="0">
                <a:solidFill>
                  <a:srgbClr val="7F7F7F"/>
                </a:solidFill>
                <a:hlinkClick r:id="rId4"/>
              </a:rPr>
              <a:t>https://ku.baidu-int.com/knowledge/HFVrC7hq1Q/pKzJfZczuc/p64V_VXP6Z/-howK4U-Xu0KM4</a:t>
            </a:r>
            <a:endParaRPr lang="en-US" altLang="zh-CN" sz="1600" dirty="0">
              <a:solidFill>
                <a:srgbClr val="7F7F7F"/>
              </a:solidFill>
            </a:endParaRPr>
          </a:p>
          <a:p>
            <a:pPr lvl="0" defTabSz="1094628" fontAlgn="auto">
              <a:spcBef>
                <a:spcPts val="718"/>
              </a:spcBef>
              <a:spcAft>
                <a:spcPts val="718"/>
              </a:spcAft>
            </a:pPr>
            <a:endParaRPr lang="en-US" altLang="zh-CN" sz="1600" dirty="0">
              <a:solidFill>
                <a:srgbClr val="7F7F7F"/>
              </a:solidFill>
            </a:endParaRPr>
          </a:p>
          <a:p>
            <a:pPr lvl="0"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en-US" altLang="zh-CN" sz="1600" dirty="0">
                <a:solidFill>
                  <a:srgbClr val="7F7F7F"/>
                </a:solidFill>
                <a:effectLst/>
              </a:rPr>
              <a:t>2</a:t>
            </a:r>
            <a:r>
              <a:rPr lang="zh-CN" altLang="en-US" sz="1600" dirty="0">
                <a:solidFill>
                  <a:srgbClr val="7F7F7F"/>
                </a:solidFill>
                <a:effectLst/>
              </a:rPr>
              <a:t>、通过对</a:t>
            </a:r>
            <a:r>
              <a:rPr lang="zh-CN" altLang="en-US" sz="1600" dirty="0">
                <a:solidFill>
                  <a:srgbClr val="7F7F7F"/>
                </a:solidFill>
              </a:rPr>
              <a:t>日常</a:t>
            </a:r>
            <a:r>
              <a:rPr lang="en-US" altLang="zh-CN" sz="1600" dirty="0">
                <a:solidFill>
                  <a:srgbClr val="7F7F7F"/>
                </a:solidFill>
              </a:rPr>
              <a:t>case</a:t>
            </a:r>
            <a:r>
              <a:rPr lang="zh-CN" altLang="en-US" sz="1600" dirty="0">
                <a:solidFill>
                  <a:srgbClr val="7F7F7F"/>
                </a:solidFill>
              </a:rPr>
              <a:t>梳理，汇集头部问题逐一击破，达到集度要求，集度测试版本相关报告如下：</a:t>
            </a:r>
            <a:endParaRPr lang="en-US" altLang="zh-CN" sz="1600" dirty="0">
              <a:solidFill>
                <a:srgbClr val="7F7F7F"/>
              </a:solidFill>
              <a:effectLst/>
            </a:endParaRPr>
          </a:p>
          <a:p>
            <a:pPr lvl="0"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en" altLang="zh-CN" sz="1600" b="1" dirty="0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v0.6.5</a:t>
            </a:r>
            <a:r>
              <a:rPr lang="zh-CN" altLang="en-US" sz="1600" b="1" dirty="0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集度测试报告</a:t>
            </a:r>
            <a:r>
              <a:rPr lang="zh-CN" altLang="en-US" sz="1600" b="1" dirty="0">
                <a:solidFill>
                  <a:srgbClr val="000000"/>
                </a:solidFill>
              </a:rPr>
              <a:t>：</a:t>
            </a:r>
            <a:r>
              <a:rPr lang="en-US" altLang="zh-CN" sz="1600" dirty="0">
                <a:solidFill>
                  <a:srgbClr val="7F7F7F"/>
                </a:solidFill>
                <a:hlinkClick r:id="rId6"/>
              </a:rPr>
              <a:t>https://wiki.jiduauto.com/pages/viewpage.action?pageId=450233453</a:t>
            </a:r>
            <a:endParaRPr lang="en-US" altLang="zh-CN" sz="1600" dirty="0">
              <a:solidFill>
                <a:srgbClr val="7F7F7F"/>
              </a:solidFill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en" altLang="zh-CN" sz="1600" b="1" dirty="0">
                <a:solidFill>
                  <a:srgbClr val="0000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v1.3 ACU130BB/BE/BH</a:t>
            </a:r>
            <a:r>
              <a:rPr lang="zh-CN" altLang="en-US" sz="1600" b="1" dirty="0">
                <a:solidFill>
                  <a:srgbClr val="0000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主动安全性能验收测试报告</a:t>
            </a:r>
            <a:r>
              <a:rPr lang="zh-CN" altLang="en-US" sz="1600" b="1" dirty="0">
                <a:solidFill>
                  <a:srgbClr val="000000"/>
                </a:solidFill>
              </a:rPr>
              <a:t>：</a:t>
            </a:r>
            <a:r>
              <a:rPr lang="en-US" altLang="zh-CN" sz="1600" dirty="0">
                <a:solidFill>
                  <a:srgbClr val="7F7F7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https://wiki.jiduauto.com/pages/viewpage.action?pageId=778474113</a:t>
            </a:r>
            <a:endParaRPr lang="en-US" altLang="zh-CN" sz="1600" dirty="0">
              <a:solidFill>
                <a:srgbClr val="7F7F7F"/>
              </a:solidFill>
            </a:endParaRPr>
          </a:p>
          <a:p>
            <a:pPr defTabSz="1094628" fontAlgn="auto">
              <a:spcBef>
                <a:spcPts val="718"/>
              </a:spcBef>
              <a:spcAft>
                <a:spcPts val="718"/>
              </a:spcAft>
            </a:pPr>
            <a:endParaRPr lang="en-US" altLang="zh-CN" sz="1600" dirty="0">
              <a:solidFill>
                <a:srgbClr val="7F7F7F"/>
              </a:solidFill>
            </a:endParaRPr>
          </a:p>
          <a:p>
            <a:pPr lvl="0" defTabSz="1094628" fontAlgn="auto">
              <a:spcBef>
                <a:spcPts val="718"/>
              </a:spcBef>
              <a:spcAft>
                <a:spcPts val="718"/>
              </a:spcAft>
            </a:pPr>
            <a:endParaRPr lang="en-US" altLang="zh-CN" sz="1600" dirty="0">
              <a:solidFill>
                <a:srgbClr val="7F7F7F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D7CD660-1581-91FF-C1B9-1F26FB129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247563"/>
              </p:ext>
            </p:extLst>
          </p:nvPr>
        </p:nvGraphicFramePr>
        <p:xfrm>
          <a:off x="2440360" y="4536554"/>
          <a:ext cx="7236805" cy="1592055"/>
        </p:xfrm>
        <a:graphic>
          <a:graphicData uri="http://schemas.openxmlformats.org/drawingml/2006/table">
            <a:tbl>
              <a:tblPr/>
              <a:tblGrid>
                <a:gridCol w="1439580">
                  <a:extLst>
                    <a:ext uri="{9D8B030D-6E8A-4147-A177-3AD203B41FA5}">
                      <a16:colId xmlns:a16="http://schemas.microsoft.com/office/drawing/2014/main" val="2426535852"/>
                    </a:ext>
                  </a:extLst>
                </a:gridCol>
                <a:gridCol w="2062100">
                  <a:extLst>
                    <a:ext uri="{9D8B030D-6E8A-4147-A177-3AD203B41FA5}">
                      <a16:colId xmlns:a16="http://schemas.microsoft.com/office/drawing/2014/main" val="2119965647"/>
                    </a:ext>
                  </a:extLst>
                </a:gridCol>
                <a:gridCol w="2101007">
                  <a:extLst>
                    <a:ext uri="{9D8B030D-6E8A-4147-A177-3AD203B41FA5}">
                      <a16:colId xmlns:a16="http://schemas.microsoft.com/office/drawing/2014/main" val="908894140"/>
                    </a:ext>
                  </a:extLst>
                </a:gridCol>
                <a:gridCol w="1634118">
                  <a:extLst>
                    <a:ext uri="{9D8B030D-6E8A-4147-A177-3AD203B41FA5}">
                      <a16:colId xmlns:a16="http://schemas.microsoft.com/office/drawing/2014/main" val="2041223523"/>
                    </a:ext>
                  </a:extLst>
                </a:gridCol>
              </a:tblGrid>
              <a:tr h="318411">
                <a:tc>
                  <a:txBody>
                    <a:bodyPr/>
                    <a:lstStyle/>
                    <a:p>
                      <a:pPr algn="ctr" fontAlgn="ctr"/>
                      <a:endParaRPr lang="zh-CN" altLang="en-US" sz="1400" dirty="0">
                        <a:effectLst/>
                      </a:endParaRP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400" b="1" dirty="0">
                          <a:solidFill>
                            <a:srgbClr val="000000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v0.6.5</a:t>
                      </a:r>
                      <a:endParaRPr lang="en" sz="1400" dirty="0">
                        <a:effectLst/>
                      </a:endParaRP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400" b="1" dirty="0">
                          <a:solidFill>
                            <a:srgbClr val="000000"/>
                          </a:solidFill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v1.3</a:t>
                      </a:r>
                      <a:endParaRPr lang="en" sz="1400" dirty="0">
                        <a:effectLst/>
                      </a:endParaRP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>
                          <a:effectLst/>
                        </a:rPr>
                        <a:t>提升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4197358"/>
                  </a:ext>
                </a:extLst>
              </a:tr>
              <a:tr h="318411"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 dirty="0">
                          <a:effectLst/>
                        </a:rPr>
                        <a:t>SAS(</a:t>
                      </a:r>
                      <a:r>
                        <a:rPr lang="en" sz="14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识别正确率</a:t>
                      </a:r>
                      <a:r>
                        <a:rPr lang="en" sz="1400" dirty="0">
                          <a:effectLst/>
                        </a:rPr>
                        <a:t>)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094628" rtl="0" eaLnBrk="1" fontAlgn="ctr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87.8%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094628" rtl="0" eaLnBrk="1" fontAlgn="ctr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99%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solidFill>
                            <a:srgbClr val="00B050"/>
                          </a:solidFill>
                          <a:effectLst/>
                        </a:rPr>
                        <a:t>11.2%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734283"/>
                  </a:ext>
                </a:extLst>
              </a:tr>
              <a:tr h="318411"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SAS(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漏识别率</a:t>
                      </a:r>
                      <a:r>
                        <a:rPr lang="en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094628" rtl="0" eaLnBrk="1" fontAlgn="ctr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8.2%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094628" rtl="0" eaLnBrk="1" fontAlgn="ctr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0.2%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solidFill>
                            <a:srgbClr val="00B050"/>
                          </a:solidFill>
                          <a:effectLst/>
                        </a:rPr>
                        <a:t>8%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498222"/>
                  </a:ext>
                </a:extLst>
              </a:tr>
              <a:tr h="318411"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 dirty="0">
                          <a:effectLst/>
                        </a:rPr>
                        <a:t>AHBC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  <a:latin typeface="+mn-ea"/>
                          <a:ea typeface="+mn-ea"/>
                        </a:rPr>
                        <a:t>误触发率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  <a:endParaRPr lang="en" sz="1400" dirty="0">
                        <a:effectLst/>
                      </a:endParaRP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094628" rtl="0" eaLnBrk="1" fontAlgn="ctr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次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百公里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094628" rtl="0" eaLnBrk="1" fontAlgn="ctr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0.78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次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百公里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solidFill>
                            <a:srgbClr val="00B050"/>
                          </a:solidFill>
                          <a:effectLst/>
                        </a:rPr>
                        <a:t>--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606043"/>
                  </a:ext>
                </a:extLst>
              </a:tr>
              <a:tr h="318411">
                <a:tc>
                  <a:txBody>
                    <a:bodyPr/>
                    <a:lstStyle/>
                    <a:p>
                      <a:pPr marL="0" marR="0" lvl="0" indent="0" algn="ctr" defTabSz="109462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400" dirty="0">
                          <a:effectLst/>
                        </a:rPr>
                        <a:t>AHBC</a:t>
                      </a:r>
                      <a:r>
                        <a:rPr lang="en-US" altLang="zh-CN" sz="1400" dirty="0">
                          <a:effectLst/>
                        </a:rPr>
                        <a:t>(</a:t>
                      </a:r>
                      <a:r>
                        <a:rPr lang="zh-CN" altLang="en-US" sz="1400" dirty="0">
                          <a:effectLst/>
                          <a:latin typeface="+mn-ea"/>
                          <a:ea typeface="+mn-ea"/>
                        </a:rPr>
                        <a:t>通过</a:t>
                      </a:r>
                      <a:r>
                        <a:rPr lang="en-US" altLang="zh-CN" sz="1400" dirty="0" err="1">
                          <a:effectLst/>
                          <a:latin typeface="+mn-ea"/>
                          <a:ea typeface="+mn-ea"/>
                        </a:rPr>
                        <a:t>率</a:t>
                      </a:r>
                      <a:r>
                        <a:rPr lang="en-US" altLang="zh-CN" sz="1400" dirty="0">
                          <a:effectLst/>
                        </a:rPr>
                        <a:t>)</a:t>
                      </a:r>
                      <a:endParaRPr lang="en" altLang="zh-CN" sz="1400" dirty="0">
                        <a:effectLst/>
                      </a:endParaRP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094628" rtl="0" eaLnBrk="1" fontAlgn="ctr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62.5%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094628" rtl="0" eaLnBrk="1" fontAlgn="ctr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>
                          <a:solidFill>
                            <a:srgbClr val="00B050"/>
                          </a:solidFill>
                          <a:effectLst/>
                        </a:rPr>
                        <a:t>37.5%</a:t>
                      </a:r>
                    </a:p>
                  </a:txBody>
                  <a:tcPr marL="81935" marR="81935" marT="40967" marB="40967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23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830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39763" y="324684"/>
            <a:ext cx="11709138" cy="60343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1094628" fontAlgn="auto">
              <a:spcBef>
                <a:spcPts val="718"/>
              </a:spcBef>
              <a:spcAft>
                <a:spcPts val="718"/>
              </a:spcAft>
            </a:pPr>
            <a:r>
              <a:rPr lang="zh-CN" altLang="en-US" sz="2873" dirty="0">
                <a:solidFill>
                  <a:prstClr val="white">
                    <a:lumMod val="50000"/>
                  </a:prstClr>
                </a:solidFill>
              </a:rPr>
              <a:t>一、核心任务</a:t>
            </a:r>
            <a:r>
              <a:rPr lang="en-US" altLang="zh-CN" sz="2873" dirty="0">
                <a:solidFill>
                  <a:prstClr val="white">
                    <a:lumMod val="50000"/>
                  </a:prstClr>
                </a:solidFill>
              </a:rPr>
              <a:t>/OKR</a:t>
            </a:r>
            <a:r>
              <a:rPr lang="zh-CN" altLang="en-US" sz="2873" dirty="0">
                <a:solidFill>
                  <a:prstClr val="white">
                    <a:lumMod val="50000"/>
                  </a:prstClr>
                </a:solidFill>
              </a:rPr>
              <a:t>完成情况</a:t>
            </a:r>
            <a:endParaRPr lang="en-US" altLang="zh-CN" sz="2873" dirty="0">
              <a:solidFill>
                <a:prstClr val="white">
                  <a:lumMod val="50000"/>
                </a:prstClr>
              </a:solidFill>
            </a:endParaRPr>
          </a:p>
          <a:p>
            <a:pPr marL="457200" lvl="0" indent="-457200" defTabSz="1094628" fontAlgn="auto">
              <a:lnSpc>
                <a:spcPct val="150000"/>
              </a:lnSpc>
              <a:spcBef>
                <a:spcPts val="718"/>
              </a:spcBef>
              <a:spcAft>
                <a:spcPts val="718"/>
              </a:spcAft>
              <a:buAutoNum type="arabicPeriod"/>
            </a:pP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</a:rPr>
              <a:t>OKR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</a:rPr>
              <a:t>完成情况：包括做得好的、待提升的、自评分（</a:t>
            </a: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</a:rPr>
              <a:t>1-5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</a:rPr>
              <a:t>分，精确到</a:t>
            </a: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</a:rPr>
              <a:t>0.5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</a:rPr>
              <a:t>）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</a:endParaRPr>
          </a:p>
          <a:p>
            <a:pPr marL="457200" lvl="0" indent="-457200" defTabSz="1094628" fontAlgn="auto">
              <a:lnSpc>
                <a:spcPct val="150000"/>
              </a:lnSpc>
              <a:spcBef>
                <a:spcPts val="718"/>
              </a:spcBef>
              <a:spcAft>
                <a:spcPts val="718"/>
              </a:spcAft>
              <a:buAutoNum type="arabicPeriod"/>
            </a:pP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</a:rPr>
              <a:t>核心任务方面的关键举措和取得的成果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</a:endParaRPr>
          </a:p>
          <a:p>
            <a:pPr marL="457200" lvl="0" indent="-457200" defTabSz="1094628" fontAlgn="auto">
              <a:lnSpc>
                <a:spcPct val="150000"/>
              </a:lnSpc>
              <a:spcBef>
                <a:spcPts val="718"/>
              </a:spcBef>
              <a:spcAft>
                <a:spcPts val="718"/>
              </a:spcAft>
              <a:buAutoNum type="arabicPeriod"/>
            </a:pP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</a:rPr>
              <a:t>关注</a:t>
            </a:r>
            <a:r>
              <a:rPr lang="en-US" altLang="zh-CN" sz="2200" b="1" dirty="0">
                <a:solidFill>
                  <a:prstClr val="white">
                    <a:lumMod val="50000"/>
                  </a:prstClr>
                </a:solidFill>
              </a:rPr>
              <a:t>IMPACT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</a:rPr>
              <a:t>，即个人对组织整体目标实现所作出的贡献和产生的积极影响。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</a:endParaRPr>
          </a:p>
          <a:p>
            <a:pPr marL="457200" lvl="0" indent="-457200" defTabSz="1094628" fontAlgn="auto">
              <a:lnSpc>
                <a:spcPct val="150000"/>
              </a:lnSpc>
              <a:spcBef>
                <a:spcPts val="718"/>
              </a:spcBef>
              <a:spcAft>
                <a:spcPts val="718"/>
              </a:spcAft>
              <a:buAutoNum type="arabicPeriod"/>
            </a:pP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</a:rPr>
              <a:t>关注</a:t>
            </a: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</a:rPr>
              <a:t>“</a:t>
            </a:r>
            <a:r>
              <a:rPr lang="zh-CN" altLang="en-US" sz="2200" b="1" dirty="0">
                <a:solidFill>
                  <a:prstClr val="white">
                    <a:lumMod val="50000"/>
                  </a:prstClr>
                </a:solidFill>
              </a:rPr>
              <a:t>起点距离</a:t>
            </a: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</a:rPr>
              <a:t>”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</a:rPr>
              <a:t>（看自己，与自己比跑出多远）和</a:t>
            </a: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</a:rPr>
              <a:t>“</a:t>
            </a:r>
            <a:r>
              <a:rPr lang="zh-CN" altLang="en-US" sz="2200" b="1" dirty="0">
                <a:solidFill>
                  <a:prstClr val="white">
                    <a:lumMod val="50000"/>
                  </a:prstClr>
                </a:solidFill>
              </a:rPr>
              <a:t>终点距离</a:t>
            </a: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</a:rPr>
              <a:t>” 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</a:rPr>
              <a:t>（看竞争，距离目标的距离）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</a:endParaRPr>
          </a:p>
          <a:p>
            <a:pPr lvl="0" indent="452438" algn="ctr" defTabSz="1094628" fontAlgn="auto">
              <a:lnSpc>
                <a:spcPct val="150000"/>
              </a:lnSpc>
              <a:spcBef>
                <a:spcPts val="718"/>
              </a:spcBef>
              <a:spcAft>
                <a:spcPts val="718"/>
              </a:spcAft>
            </a:pP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</a:rPr>
              <a:t>（不超过</a:t>
            </a: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</a:rPr>
              <a:t>4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</a:rPr>
              <a:t>页）</a:t>
            </a:r>
          </a:p>
        </p:txBody>
      </p:sp>
    </p:spTree>
    <p:extLst>
      <p:ext uri="{BB962C8B-B14F-4D97-AF65-F5344CB8AC3E}">
        <p14:creationId xmlns:p14="http://schemas.microsoft.com/office/powerpoint/2010/main" val="951024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PT_Template_H_2014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PPT_Template_H_2014">
  <a:themeElements>
    <a:clrScheme name="自定义 2">
      <a:dk1>
        <a:srgbClr val="000000"/>
      </a:dk1>
      <a:lt1>
        <a:srgbClr val="FFFFFF"/>
      </a:lt1>
      <a:dk2>
        <a:srgbClr val="B1AEF6"/>
      </a:dk2>
      <a:lt2>
        <a:srgbClr val="D8D8D8"/>
      </a:lt2>
      <a:accent1>
        <a:srgbClr val="E10602"/>
      </a:accent1>
      <a:accent2>
        <a:srgbClr val="2932E1"/>
      </a:accent2>
      <a:accent3>
        <a:srgbClr val="CC9900"/>
      </a:accent3>
      <a:accent4>
        <a:srgbClr val="993366"/>
      </a:accent4>
      <a:accent5>
        <a:srgbClr val="B2C1DB"/>
      </a:accent5>
      <a:accent6>
        <a:srgbClr val="938953"/>
      </a:accent6>
      <a:hlink>
        <a:srgbClr val="000000"/>
      </a:hlink>
      <a:folHlink>
        <a:srgbClr val="00000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PT_Template_H">
  <a:themeElements>
    <a:clrScheme name="Baidu HR">
      <a:dk1>
        <a:srgbClr val="000000"/>
      </a:dk1>
      <a:lt1>
        <a:srgbClr val="FFFFFF"/>
      </a:lt1>
      <a:dk2>
        <a:srgbClr val="B1AEF6"/>
      </a:dk2>
      <a:lt2>
        <a:srgbClr val="D8D8D8"/>
      </a:lt2>
      <a:accent1>
        <a:srgbClr val="E10602"/>
      </a:accent1>
      <a:accent2>
        <a:srgbClr val="2932E1"/>
      </a:accent2>
      <a:accent3>
        <a:srgbClr val="CC9900"/>
      </a:accent3>
      <a:accent4>
        <a:srgbClr val="993366"/>
      </a:accent4>
      <a:accent5>
        <a:srgbClr val="B2C1DB"/>
      </a:accent5>
      <a:accent6>
        <a:srgbClr val="938953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++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商业生态运营规划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80FF">
            <a:alpha val="74902"/>
          </a:srgbClr>
        </a:solidFill>
        <a:ln w="3175">
          <a:noFill/>
          <a:prstDash val="dash"/>
        </a:ln>
      </a:spPr>
      <a:bodyPr rtlCol="0" anchor="ctr"/>
      <a:lstStyle>
        <a:defPPr algn="ctr">
          <a:defRPr sz="1200" dirty="0" smtClean="0">
            <a:solidFill>
              <a:schemeClr val="bg1"/>
            </a:solidFill>
            <a:latin typeface="+mj-ea"/>
            <a:ea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6D6D6D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none" rtlCol="0" anchor="t">
        <a:spAutoFit/>
      </a:bodyPr>
      <a:lstStyle>
        <a:defPPr>
          <a:spcBef>
            <a:spcPts val="600"/>
          </a:spcBef>
          <a:defRPr sz="1400" dirty="0" smtClean="0">
            <a:solidFill>
              <a:srgbClr val="6D6D6D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商业生态运营规划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80FF">
            <a:alpha val="74902"/>
          </a:srgbClr>
        </a:solidFill>
        <a:ln w="3175">
          <a:noFill/>
          <a:prstDash val="dash"/>
        </a:ln>
      </a:spPr>
      <a:bodyPr rtlCol="0" anchor="ctr"/>
      <a:lstStyle>
        <a:defPPr algn="ctr">
          <a:defRPr sz="1200" dirty="0" smtClean="0">
            <a:solidFill>
              <a:schemeClr val="bg1"/>
            </a:solidFill>
            <a:latin typeface="+mj-ea"/>
            <a:ea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6D6D6D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none" rtlCol="0" anchor="t">
        <a:spAutoFit/>
      </a:bodyPr>
      <a:lstStyle>
        <a:defPPr>
          <a:spcBef>
            <a:spcPts val="600"/>
          </a:spcBef>
          <a:defRPr sz="1400" dirty="0" smtClean="0">
            <a:solidFill>
              <a:srgbClr val="6D6D6D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商业生态运营规划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80FF">
            <a:alpha val="74902"/>
          </a:srgbClr>
        </a:solidFill>
        <a:ln w="3175">
          <a:noFill/>
          <a:prstDash val="dash"/>
        </a:ln>
      </a:spPr>
      <a:bodyPr rtlCol="0" anchor="ctr"/>
      <a:lstStyle>
        <a:defPPr algn="ctr">
          <a:defRPr sz="1200" dirty="0" smtClean="0">
            <a:solidFill>
              <a:schemeClr val="bg1"/>
            </a:solidFill>
            <a:latin typeface="+mj-ea"/>
            <a:ea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6D6D6D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none" rtlCol="0" anchor="t">
        <a:spAutoFit/>
      </a:bodyPr>
      <a:lstStyle>
        <a:defPPr>
          <a:spcBef>
            <a:spcPts val="600"/>
          </a:spcBef>
          <a:defRPr sz="1400" dirty="0" smtClean="0">
            <a:solidFill>
              <a:srgbClr val="6D6D6D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PPT_Template_H_2014</Template>
  <TotalTime>72500</TotalTime>
  <Pages>0</Pages>
  <Words>1194</Words>
  <Characters>0</Characters>
  <Application>Microsoft Macintosh PowerPoint</Application>
  <DocSecurity>0</DocSecurity>
  <PresentationFormat>自定义</PresentationFormat>
  <Lines>0</Lines>
  <Paragraphs>129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黑体</vt:lpstr>
      <vt:lpstr>微软雅黑</vt:lpstr>
      <vt:lpstr>Agency FB</vt:lpstr>
      <vt:lpstr>Arial</vt:lpstr>
      <vt:lpstr>Calibri</vt:lpstr>
      <vt:lpstr>Wingdings</vt:lpstr>
      <vt:lpstr>PPT_Template_H_2014</vt:lpstr>
      <vt:lpstr>1_PPT_Template_H_2014</vt:lpstr>
      <vt:lpstr>PPT_Template_H</vt:lpstr>
      <vt:lpstr>++1</vt:lpstr>
      <vt:lpstr>2_商业生态运营规划部</vt:lpstr>
      <vt:lpstr>3_商业生态运营规划部</vt:lpstr>
      <vt:lpstr>4_商业生态运营规划部</vt:lpstr>
      <vt:lpstr>think-cell 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百度LBS业务战略激励方案</dc:title>
  <dc:creator>xuzhanbing@baidu.com</dc:creator>
  <cp:lastModifiedBy>Microsoft Office User</cp:lastModifiedBy>
  <cp:revision>1920</cp:revision>
  <cp:lastPrinted>2017-01-03T06:15:17Z</cp:lastPrinted>
  <dcterms:created xsi:type="dcterms:W3CDTF">2015-01-20T15:29:55Z</dcterms:created>
  <dcterms:modified xsi:type="dcterms:W3CDTF">2023-12-29T09:25:06Z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2052-6.3.0.1705</vt:lpwstr>
  </property>
</Properties>
</file>