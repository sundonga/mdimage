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4.xml" ContentType="application/vnd.openxmlformats-officedocument.theme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5.xml" ContentType="application/vnd.openxmlformats-officedocument.theme+xml"/>
  <Override PartName="/ppt/tags/tag1.xml" ContentType="application/vnd.openxmlformats-officedocument.presentationml.tags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6.xml" ContentType="application/vnd.openxmlformats-officedocument.theme+xml"/>
  <Override PartName="/ppt/tags/tag2.xml" ContentType="application/vnd.openxmlformats-officedocument.presentationml.tags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theme/theme7.xml" ContentType="application/vnd.openxmlformats-officedocument.theme+xml"/>
  <Override PartName="/ppt/tags/tag3.xml" ContentType="application/vnd.openxmlformats-officedocument.presentationml.tags+xml"/>
  <Override PartName="/ppt/theme/theme8.xml" ContentType="application/vnd.openxmlformats-officedocument.theme+xml"/>
  <Override PartName="/ppt/theme/theme9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>
  <p:sldMasterIdLst>
    <p:sldMasterId id="2147483648" r:id="rId1"/>
    <p:sldMasterId id="2147483651" r:id="rId2"/>
    <p:sldMasterId id="2147483654" r:id="rId3"/>
    <p:sldMasterId id="2147483657" r:id="rId4"/>
    <p:sldMasterId id="2147483669" r:id="rId5"/>
    <p:sldMasterId id="2147483680" r:id="rId6"/>
    <p:sldMasterId id="2147483691" r:id="rId7"/>
  </p:sldMasterIdLst>
  <p:notesMasterIdLst>
    <p:notesMasterId r:id="rId13"/>
  </p:notesMasterIdLst>
  <p:handoutMasterIdLst>
    <p:handoutMasterId r:id="rId14"/>
  </p:handoutMasterIdLst>
  <p:sldIdLst>
    <p:sldId id="646" r:id="rId8"/>
    <p:sldId id="978" r:id="rId9"/>
    <p:sldId id="980" r:id="rId10"/>
    <p:sldId id="982" r:id="rId11"/>
    <p:sldId id="983" r:id="rId12"/>
  </p:sldIdLst>
  <p:sldSz cx="12801600" cy="7200900"/>
  <p:notesSz cx="9866313" cy="14295438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sz="2900" kern="1200">
        <a:solidFill>
          <a:schemeClr val="tx1"/>
        </a:solidFill>
        <a:latin typeface="Arial" panose="020B0604020202020204" pitchFamily="34" charset="0"/>
        <a:ea typeface="宋体" pitchFamily="2" charset="-122"/>
        <a:cs typeface="+mn-cs"/>
      </a:defRPr>
    </a:lvl1pPr>
    <a:lvl2pPr marL="556260" algn="l" rtl="0" fontAlgn="base">
      <a:spcBef>
        <a:spcPct val="0"/>
      </a:spcBef>
      <a:spcAft>
        <a:spcPct val="0"/>
      </a:spcAft>
      <a:defRPr sz="2900" kern="1200">
        <a:solidFill>
          <a:schemeClr val="tx1"/>
        </a:solidFill>
        <a:latin typeface="Arial" panose="020B0604020202020204" pitchFamily="34" charset="0"/>
        <a:ea typeface="宋体" pitchFamily="2" charset="-122"/>
        <a:cs typeface="+mn-cs"/>
      </a:defRPr>
    </a:lvl2pPr>
    <a:lvl3pPr marL="1113155" algn="l" rtl="0" fontAlgn="base">
      <a:spcBef>
        <a:spcPct val="0"/>
      </a:spcBef>
      <a:spcAft>
        <a:spcPct val="0"/>
      </a:spcAft>
      <a:defRPr sz="2900" kern="1200">
        <a:solidFill>
          <a:schemeClr val="tx1"/>
        </a:solidFill>
        <a:latin typeface="Arial" panose="020B0604020202020204" pitchFamily="34" charset="0"/>
        <a:ea typeface="宋体" pitchFamily="2" charset="-122"/>
        <a:cs typeface="+mn-cs"/>
      </a:defRPr>
    </a:lvl3pPr>
    <a:lvl4pPr marL="1669415" algn="l" rtl="0" fontAlgn="base">
      <a:spcBef>
        <a:spcPct val="0"/>
      </a:spcBef>
      <a:spcAft>
        <a:spcPct val="0"/>
      </a:spcAft>
      <a:defRPr sz="2900" kern="1200">
        <a:solidFill>
          <a:schemeClr val="tx1"/>
        </a:solidFill>
        <a:latin typeface="Arial" panose="020B0604020202020204" pitchFamily="34" charset="0"/>
        <a:ea typeface="宋体" pitchFamily="2" charset="-122"/>
        <a:cs typeface="+mn-cs"/>
      </a:defRPr>
    </a:lvl4pPr>
    <a:lvl5pPr marL="2226310" algn="l" rtl="0" fontAlgn="base">
      <a:spcBef>
        <a:spcPct val="0"/>
      </a:spcBef>
      <a:spcAft>
        <a:spcPct val="0"/>
      </a:spcAft>
      <a:defRPr sz="2900" kern="1200">
        <a:solidFill>
          <a:schemeClr val="tx1"/>
        </a:solidFill>
        <a:latin typeface="Arial" panose="020B0604020202020204" pitchFamily="34" charset="0"/>
        <a:ea typeface="宋体" pitchFamily="2" charset="-122"/>
        <a:cs typeface="+mn-cs"/>
      </a:defRPr>
    </a:lvl5pPr>
    <a:lvl6pPr marL="2782570" algn="l" defTabSz="1113155" rtl="0" eaLnBrk="1" latinLnBrk="0" hangingPunct="1">
      <a:defRPr sz="2900" kern="1200">
        <a:solidFill>
          <a:schemeClr val="tx1"/>
        </a:solidFill>
        <a:latin typeface="Arial" panose="020B0604020202020204" pitchFamily="34" charset="0"/>
        <a:ea typeface="宋体" pitchFamily="2" charset="-122"/>
        <a:cs typeface="+mn-cs"/>
      </a:defRPr>
    </a:lvl6pPr>
    <a:lvl7pPr marL="3338830" algn="l" defTabSz="1113155" rtl="0" eaLnBrk="1" latinLnBrk="0" hangingPunct="1">
      <a:defRPr sz="2900" kern="1200">
        <a:solidFill>
          <a:schemeClr val="tx1"/>
        </a:solidFill>
        <a:latin typeface="Arial" panose="020B0604020202020204" pitchFamily="34" charset="0"/>
        <a:ea typeface="宋体" pitchFamily="2" charset="-122"/>
        <a:cs typeface="+mn-cs"/>
      </a:defRPr>
    </a:lvl7pPr>
    <a:lvl8pPr marL="3895725" algn="l" defTabSz="1113155" rtl="0" eaLnBrk="1" latinLnBrk="0" hangingPunct="1">
      <a:defRPr sz="2900" kern="1200">
        <a:solidFill>
          <a:schemeClr val="tx1"/>
        </a:solidFill>
        <a:latin typeface="Arial" panose="020B0604020202020204" pitchFamily="34" charset="0"/>
        <a:ea typeface="宋体" pitchFamily="2" charset="-122"/>
        <a:cs typeface="+mn-cs"/>
      </a:defRPr>
    </a:lvl8pPr>
    <a:lvl9pPr marL="4451985" algn="l" defTabSz="1113155" rtl="0" eaLnBrk="1" latinLnBrk="0" hangingPunct="1">
      <a:defRPr sz="2900" kern="1200">
        <a:solidFill>
          <a:schemeClr val="tx1"/>
        </a:solidFill>
        <a:latin typeface="Arial" panose="020B0604020202020204" pitchFamily="34" charset="0"/>
        <a:ea typeface="宋体" pitchFamily="2" charset="-122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述职模板" id="{54177CF6-7791-3541-AB5A-C730D6E15F5E}">
          <p14:sldIdLst>
            <p14:sldId id="646"/>
            <p14:sldId id="978"/>
            <p14:sldId id="980"/>
            <p14:sldId id="982"/>
            <p14:sldId id="98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268">
          <p15:clr>
            <a:srgbClr val="A4A3A4"/>
          </p15:clr>
        </p15:guide>
        <p15:guide id="2" pos="4033">
          <p15:clr>
            <a:srgbClr val="A4A3A4"/>
          </p15:clr>
        </p15:guide>
        <p15:guide id="3" pos="403">
          <p15:clr>
            <a:srgbClr val="A4A3A4"/>
          </p15:clr>
        </p15:guide>
        <p15:guide id="4" orient="horz" pos="680">
          <p15:clr>
            <a:srgbClr val="A4A3A4"/>
          </p15:clr>
        </p15:guide>
        <p15:guide id="5" orient="horz" pos="86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4502">
          <p15:clr>
            <a:srgbClr val="A4A3A4"/>
          </p15:clr>
        </p15:guide>
        <p15:guide id="2" pos="3108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liubo01" initials="l" lastIdx="2" clrIdx="0"/>
  <p:cmAuthor id="1" name="Bai,Yu(HR)" initials="B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6FF"/>
    <a:srgbClr val="3F5A87"/>
    <a:srgbClr val="215968"/>
    <a:srgbClr val="31859C"/>
    <a:srgbClr val="002060"/>
    <a:srgbClr val="203864"/>
    <a:srgbClr val="66A1D8"/>
    <a:srgbClr val="5B9BD5"/>
    <a:srgbClr val="EA502C"/>
    <a:srgbClr val="F7AA1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376" autoAdjust="0"/>
    <p:restoredTop sz="94424" autoAdjust="0"/>
  </p:normalViewPr>
  <p:slideViewPr>
    <p:cSldViewPr>
      <p:cViewPr varScale="1">
        <p:scale>
          <a:sx n="109" d="100"/>
          <a:sy n="109" d="100"/>
        </p:scale>
        <p:origin x="432" y="192"/>
      </p:cViewPr>
      <p:guideLst>
        <p:guide orient="horz" pos="2268"/>
        <p:guide pos="4033"/>
        <p:guide pos="403"/>
        <p:guide orient="horz" pos="680"/>
        <p:guide orient="horz" pos="862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0" d="100"/>
          <a:sy n="50" d="100"/>
        </p:scale>
        <p:origin x="2904" y="48"/>
      </p:cViewPr>
      <p:guideLst>
        <p:guide orient="horz" pos="4502"/>
        <p:guide pos="3108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5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4.xml"/><Relationship Id="rId5" Type="http://schemas.openxmlformats.org/officeDocument/2006/relationships/slideMaster" Target="slideMasters/slideMaster5.xml"/><Relationship Id="rId15" Type="http://schemas.openxmlformats.org/officeDocument/2006/relationships/commentAuthors" Target="commentAuthors.xml"/><Relationship Id="rId10" Type="http://schemas.openxmlformats.org/officeDocument/2006/relationships/slide" Target="slides/slide3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2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274941" cy="715572"/>
          </a:xfrm>
          <a:prstGeom prst="rect">
            <a:avLst/>
          </a:prstGeom>
        </p:spPr>
        <p:txBody>
          <a:bodyPr vert="horz" lIns="132221" tIns="66110" rIns="132221" bIns="66110" rtlCol="0"/>
          <a:lstStyle>
            <a:lvl1pPr algn="l">
              <a:defRPr sz="17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5589063" y="0"/>
            <a:ext cx="4274941" cy="715572"/>
          </a:xfrm>
          <a:prstGeom prst="rect">
            <a:avLst/>
          </a:prstGeom>
        </p:spPr>
        <p:txBody>
          <a:bodyPr vert="horz" lIns="132221" tIns="66110" rIns="132221" bIns="66110" rtlCol="0"/>
          <a:lstStyle>
            <a:lvl1pPr algn="r">
              <a:defRPr sz="1700"/>
            </a:lvl1pPr>
          </a:lstStyle>
          <a:p>
            <a:pPr>
              <a:defRPr/>
            </a:pPr>
            <a:fld id="{483A2CD2-7DF7-4A73-8ABE-BF67761A4571}" type="datetimeFigureOut">
              <a:rPr lang="zh-CN" altLang="en-US"/>
              <a:t>2024/4/25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13577581"/>
            <a:ext cx="4274941" cy="715571"/>
          </a:xfrm>
          <a:prstGeom prst="rect">
            <a:avLst/>
          </a:prstGeom>
        </p:spPr>
        <p:txBody>
          <a:bodyPr vert="horz" lIns="132221" tIns="66110" rIns="132221" bIns="66110" rtlCol="0" anchor="b"/>
          <a:lstStyle>
            <a:lvl1pPr algn="l">
              <a:defRPr sz="17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5589063" y="13577581"/>
            <a:ext cx="4274941" cy="715571"/>
          </a:xfrm>
          <a:prstGeom prst="rect">
            <a:avLst/>
          </a:prstGeom>
        </p:spPr>
        <p:txBody>
          <a:bodyPr vert="horz" lIns="132221" tIns="66110" rIns="132221" bIns="66110" rtlCol="0" anchor="b"/>
          <a:lstStyle>
            <a:lvl1pPr algn="r">
              <a:defRPr sz="1700"/>
            </a:lvl1pPr>
          </a:lstStyle>
          <a:p>
            <a:pPr>
              <a:defRPr/>
            </a:pPr>
            <a:fld id="{308EE467-3BDF-4921-9FE9-796F62CE9C46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274941" cy="71557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132221" tIns="66110" rIns="132221" bIns="66110" numCol="1" anchor="t" anchorCtr="0" compatLnSpc="1"/>
          <a:lstStyle>
            <a:lvl1pPr>
              <a:defRPr sz="1700">
                <a:ea typeface="宋体" pitchFamily="2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589063" y="0"/>
            <a:ext cx="4274941" cy="71557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132221" tIns="66110" rIns="132221" bIns="66110" numCol="1" anchor="t" anchorCtr="0" compatLnSpc="1"/>
          <a:lstStyle>
            <a:lvl1pPr algn="r">
              <a:defRPr sz="1700">
                <a:ea typeface="宋体" pitchFamily="2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5604" name="Rectangle 4"/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166688" y="1071563"/>
            <a:ext cx="9534525" cy="5362575"/>
          </a:xfrm>
          <a:prstGeom prst="rect">
            <a:avLst/>
          </a:prstGeom>
          <a:noFill/>
          <a:ln w="9525">
            <a:noFill/>
            <a:miter lim="800000"/>
          </a:ln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86172" y="6789934"/>
            <a:ext cx="7893974" cy="6433289"/>
          </a:xfrm>
          <a:prstGeom prst="rect">
            <a:avLst/>
          </a:prstGeom>
          <a:noFill/>
          <a:ln w="9525" cmpd="sng">
            <a:noFill/>
            <a:miter lim="800000"/>
          </a:ln>
        </p:spPr>
        <p:txBody>
          <a:bodyPr vert="horz" wrap="square" lIns="132221" tIns="66110" rIns="132221" bIns="66110" numCol="1" anchor="t" anchorCtr="0" compatLnSpc="1"/>
          <a:lstStyle/>
          <a:p>
            <a:pPr lvl="0"/>
            <a:r>
              <a:rPr lang="zh-CN" noProof="0"/>
              <a:t>单击此处编辑母版文本样式</a:t>
            </a:r>
          </a:p>
          <a:p>
            <a:pPr lvl="1"/>
            <a:r>
              <a:rPr lang="zh-CN" noProof="0"/>
              <a:t>第二级</a:t>
            </a:r>
          </a:p>
          <a:p>
            <a:pPr lvl="2"/>
            <a:r>
              <a:rPr lang="zh-CN" noProof="0"/>
              <a:t>第三级</a:t>
            </a:r>
          </a:p>
          <a:p>
            <a:pPr lvl="3"/>
            <a:r>
              <a:rPr lang="zh-CN" noProof="0"/>
              <a:t>第四级</a:t>
            </a:r>
          </a:p>
          <a:p>
            <a:pPr lvl="4"/>
            <a:r>
              <a:rPr lang="zh-CN" noProof="0"/>
              <a:t>第五级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13577581"/>
            <a:ext cx="4274941" cy="71557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132221" tIns="66110" rIns="132221" bIns="66110" numCol="1" anchor="b" anchorCtr="0" compatLnSpc="1"/>
          <a:lstStyle>
            <a:lvl1pPr>
              <a:defRPr sz="1700">
                <a:ea typeface="宋体" pitchFamily="2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589063" y="13577581"/>
            <a:ext cx="4274941" cy="71557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132221" tIns="66110" rIns="132221" bIns="66110" numCol="1" anchor="b" anchorCtr="0" compatLnSpc="1"/>
          <a:lstStyle>
            <a:lvl1pPr algn="r">
              <a:defRPr sz="1700">
                <a:ea typeface="宋体" pitchFamily="2" charset="-122"/>
              </a:defRPr>
            </a:lvl1pPr>
          </a:lstStyle>
          <a:p>
            <a:pPr>
              <a:defRPr/>
            </a:pPr>
            <a:fld id="{D48166DF-1868-4059-B69D-905283CF7890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500" kern="1200">
        <a:solidFill>
          <a:schemeClr val="tx1"/>
        </a:solidFill>
        <a:latin typeface="Arial" panose="020B0604020202020204" pitchFamily="34" charset="0"/>
        <a:ea typeface="宋体" pitchFamily="2" charset="-122"/>
        <a:cs typeface="+mn-cs"/>
      </a:defRPr>
    </a:lvl1pPr>
    <a:lvl2pPr marL="556260" algn="l" rtl="0" eaLnBrk="0" fontAlgn="base" hangingPunct="0">
      <a:spcBef>
        <a:spcPct val="30000"/>
      </a:spcBef>
      <a:spcAft>
        <a:spcPct val="0"/>
      </a:spcAft>
      <a:defRPr sz="1500" kern="1200">
        <a:solidFill>
          <a:schemeClr val="tx1"/>
        </a:solidFill>
        <a:latin typeface="Arial" panose="020B0604020202020204" pitchFamily="34" charset="0"/>
        <a:ea typeface="宋体" pitchFamily="2" charset="-122"/>
        <a:cs typeface="+mn-cs"/>
      </a:defRPr>
    </a:lvl2pPr>
    <a:lvl3pPr marL="1113155" algn="l" rtl="0" eaLnBrk="0" fontAlgn="base" hangingPunct="0">
      <a:spcBef>
        <a:spcPct val="30000"/>
      </a:spcBef>
      <a:spcAft>
        <a:spcPct val="0"/>
      </a:spcAft>
      <a:defRPr sz="1500" kern="1200">
        <a:solidFill>
          <a:schemeClr val="tx1"/>
        </a:solidFill>
        <a:latin typeface="Arial" panose="020B0604020202020204" pitchFamily="34" charset="0"/>
        <a:ea typeface="宋体" pitchFamily="2" charset="-122"/>
        <a:cs typeface="+mn-cs"/>
      </a:defRPr>
    </a:lvl3pPr>
    <a:lvl4pPr marL="1669415" algn="l" rtl="0" eaLnBrk="0" fontAlgn="base" hangingPunct="0">
      <a:spcBef>
        <a:spcPct val="30000"/>
      </a:spcBef>
      <a:spcAft>
        <a:spcPct val="0"/>
      </a:spcAft>
      <a:defRPr sz="1500" kern="1200">
        <a:solidFill>
          <a:schemeClr val="tx1"/>
        </a:solidFill>
        <a:latin typeface="Arial" panose="020B0604020202020204" pitchFamily="34" charset="0"/>
        <a:ea typeface="宋体" pitchFamily="2" charset="-122"/>
        <a:cs typeface="+mn-cs"/>
      </a:defRPr>
    </a:lvl4pPr>
    <a:lvl5pPr marL="2226310" algn="l" rtl="0" eaLnBrk="0" fontAlgn="base" hangingPunct="0">
      <a:spcBef>
        <a:spcPct val="30000"/>
      </a:spcBef>
      <a:spcAft>
        <a:spcPct val="0"/>
      </a:spcAft>
      <a:defRPr sz="1500" kern="1200">
        <a:solidFill>
          <a:schemeClr val="tx1"/>
        </a:solidFill>
        <a:latin typeface="Arial" panose="020B0604020202020204" pitchFamily="34" charset="0"/>
        <a:ea typeface="宋体" pitchFamily="2" charset="-122"/>
        <a:cs typeface="+mn-cs"/>
      </a:defRPr>
    </a:lvl5pPr>
    <a:lvl6pPr marL="2782570" algn="l" defTabSz="1113155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6pPr>
    <a:lvl7pPr marL="3338830" algn="l" defTabSz="1113155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7pPr>
    <a:lvl8pPr marL="3895725" algn="l" defTabSz="1113155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8pPr>
    <a:lvl9pPr marL="4451985" algn="l" defTabSz="1113155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4.png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0081" y="172870"/>
            <a:ext cx="11521440" cy="690988"/>
          </a:xfrm>
          <a:prstGeom prst="rect">
            <a:avLst/>
          </a:prstGeom>
        </p:spPr>
        <p:txBody>
          <a:bodyPr lIns="111301" tIns="55650" rIns="111301" bIns="55650"/>
          <a:lstStyle>
            <a:lvl1pPr algn="l">
              <a:defRPr sz="28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0081" y="979360"/>
            <a:ext cx="11521440" cy="5352302"/>
          </a:xfrm>
          <a:prstGeom prst="rect">
            <a:avLst/>
          </a:prstGeom>
        </p:spPr>
        <p:txBody>
          <a:bodyPr lIns="111301" tIns="55650" rIns="111301" bIns="55650"/>
          <a:lstStyle>
            <a:lvl1pPr>
              <a:buClr>
                <a:schemeClr val="bg1">
                  <a:lumMod val="65000"/>
                </a:schemeClr>
              </a:buClr>
              <a:buSzPct val="60000"/>
              <a:buFont typeface="Wingdings" panose="05000000000000000000" pitchFamily="2" charset="2"/>
              <a:buChar char="l"/>
              <a:defRPr sz="2400" b="0" baseline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>
              <a:buClr>
                <a:schemeClr val="bg1">
                  <a:lumMod val="75000"/>
                </a:schemeClr>
              </a:buClr>
              <a:defRPr sz="2000" baseline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2pPr>
            <a:lvl3pPr>
              <a:buClr>
                <a:schemeClr val="bg1">
                  <a:lumMod val="75000"/>
                </a:schemeClr>
              </a:buClr>
              <a:buSzPct val="80000"/>
              <a:buFont typeface="Wingdings" panose="05000000000000000000" pitchFamily="2" charset="2"/>
              <a:buChar char="u"/>
              <a:defRPr sz="1800" baseline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3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</p:txBody>
      </p:sp>
      <p:sp>
        <p:nvSpPr>
          <p:cNvPr id="7" name="Line 6"/>
          <p:cNvSpPr>
            <a:spLocks noChangeShapeType="1"/>
          </p:cNvSpPr>
          <p:nvPr userDrawn="1"/>
        </p:nvSpPr>
        <p:spPr bwMode="auto">
          <a:xfrm>
            <a:off x="640081" y="878548"/>
            <a:ext cx="8468491" cy="0"/>
          </a:xfrm>
          <a:prstGeom prst="line">
            <a:avLst/>
          </a:prstGeom>
          <a:noFill/>
          <a:ln w="9525">
            <a:solidFill>
              <a:srgbClr val="C0C0C0"/>
            </a:solidFill>
            <a:round/>
          </a:ln>
        </p:spPr>
        <p:txBody>
          <a:bodyPr wrap="none" lIns="111301" tIns="55651" rIns="111301" bIns="55651" anchor="ctr"/>
          <a:lstStyle/>
          <a:p>
            <a:endParaRPr lang="zh-CN" altLang="en-US" sz="290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1"/>
          </p:nvPr>
        </p:nvSpPr>
        <p:spPr>
          <a:xfrm>
            <a:off x="11775643" y="6552778"/>
            <a:ext cx="875799" cy="384492"/>
          </a:xfrm>
        </p:spPr>
        <p:txBody>
          <a:bodyPr/>
          <a:lstStyle/>
          <a:p>
            <a:pPr>
              <a:defRPr/>
            </a:pPr>
            <a:fld id="{EF001FE3-3C56-4123-9DE4-EF0781CB24B0}" type="slidenum">
              <a:rPr lang="en-US" altLang="zh-CN" smtClean="0"/>
              <a:t>‹#›</a:t>
            </a:fld>
            <a:endParaRPr lang="zh-CN"/>
          </a:p>
        </p:txBody>
      </p:sp>
      <p:sp>
        <p:nvSpPr>
          <p:cNvPr id="10" name="页脚占位符 9"/>
          <p:cNvSpPr>
            <a:spLocks noGrp="1"/>
          </p:cNvSpPr>
          <p:nvPr>
            <p:ph type="ftr" sz="quarter" idx="12"/>
          </p:nvPr>
        </p:nvSpPr>
        <p:spPr>
          <a:xfrm>
            <a:off x="4376441" y="6552778"/>
            <a:ext cx="4053840" cy="384492"/>
          </a:xfrm>
        </p:spPr>
        <p:txBody>
          <a:bodyPr/>
          <a:lstStyle/>
          <a:p>
            <a:pPr>
              <a:defRPr/>
            </a:pPr>
            <a:endParaRPr lang="zh-CN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F001FE3-3C56-4123-9DE4-EF0781CB24B0}" type="slidenum">
              <a:rPr lang="en-US" alt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0081" y="172870"/>
            <a:ext cx="11521440" cy="690988"/>
          </a:xfrm>
          <a:prstGeom prst="rect">
            <a:avLst/>
          </a:prstGeom>
        </p:spPr>
        <p:txBody>
          <a:bodyPr lIns="111301" tIns="55650" rIns="111301" bIns="55650"/>
          <a:lstStyle>
            <a:lvl1pPr algn="l">
              <a:defRPr sz="28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0081" y="979360"/>
            <a:ext cx="11521440" cy="5352302"/>
          </a:xfrm>
          <a:prstGeom prst="rect">
            <a:avLst/>
          </a:prstGeom>
        </p:spPr>
        <p:txBody>
          <a:bodyPr lIns="111301" tIns="55650" rIns="111301" bIns="55650"/>
          <a:lstStyle>
            <a:lvl1pPr>
              <a:buClr>
                <a:schemeClr val="bg1">
                  <a:lumMod val="65000"/>
                </a:schemeClr>
              </a:buClr>
              <a:buSzPct val="60000"/>
              <a:buFont typeface="Wingdings" panose="05000000000000000000" pitchFamily="2" charset="2"/>
              <a:buChar char="l"/>
              <a:defRPr sz="2400" b="0" baseline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>
              <a:buClr>
                <a:schemeClr val="bg1">
                  <a:lumMod val="75000"/>
                </a:schemeClr>
              </a:buClr>
              <a:defRPr sz="2000" baseline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2pPr>
            <a:lvl3pPr>
              <a:buClr>
                <a:schemeClr val="bg1">
                  <a:lumMod val="75000"/>
                </a:schemeClr>
              </a:buClr>
              <a:buSzPct val="80000"/>
              <a:buFont typeface="Wingdings" panose="05000000000000000000" pitchFamily="2" charset="2"/>
              <a:buChar char="u"/>
              <a:defRPr sz="1800" baseline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3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</p:txBody>
      </p:sp>
      <p:sp>
        <p:nvSpPr>
          <p:cNvPr id="7" name="Line 6"/>
          <p:cNvSpPr>
            <a:spLocks noChangeShapeType="1"/>
          </p:cNvSpPr>
          <p:nvPr userDrawn="1"/>
        </p:nvSpPr>
        <p:spPr bwMode="auto">
          <a:xfrm>
            <a:off x="640081" y="878548"/>
            <a:ext cx="8468491" cy="0"/>
          </a:xfrm>
          <a:prstGeom prst="line">
            <a:avLst/>
          </a:prstGeom>
          <a:noFill/>
          <a:ln w="9525">
            <a:solidFill>
              <a:srgbClr val="C0C0C0"/>
            </a:solidFill>
            <a:round/>
          </a:ln>
        </p:spPr>
        <p:txBody>
          <a:bodyPr wrap="none" lIns="111301" tIns="55651" rIns="111301" bIns="55651" anchor="ctr"/>
          <a:lstStyle/>
          <a:p>
            <a:endParaRPr lang="zh-CN" altLang="en-US" sz="290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1"/>
          </p:nvPr>
        </p:nvSpPr>
        <p:spPr>
          <a:xfrm>
            <a:off x="11775643" y="6552778"/>
            <a:ext cx="875799" cy="384492"/>
          </a:xfrm>
        </p:spPr>
        <p:txBody>
          <a:bodyPr/>
          <a:lstStyle/>
          <a:p>
            <a:pPr>
              <a:defRPr/>
            </a:pPr>
            <a:fld id="{EF001FE3-3C56-4123-9DE4-EF0781CB24B0}" type="slidenum">
              <a:rPr lang="en-US" altLang="zh-CN" smtClean="0"/>
              <a:t>‹#›</a:t>
            </a:fld>
            <a:endParaRPr lang="zh-CN"/>
          </a:p>
        </p:txBody>
      </p:sp>
      <p:sp>
        <p:nvSpPr>
          <p:cNvPr id="10" name="页脚占位符 9"/>
          <p:cNvSpPr>
            <a:spLocks noGrp="1"/>
          </p:cNvSpPr>
          <p:nvPr>
            <p:ph type="ftr" sz="quarter" idx="12"/>
          </p:nvPr>
        </p:nvSpPr>
        <p:spPr>
          <a:xfrm>
            <a:off x="4376441" y="6552778"/>
            <a:ext cx="4053840" cy="384492"/>
          </a:xfrm>
        </p:spPr>
        <p:txBody>
          <a:bodyPr/>
          <a:lstStyle/>
          <a:p>
            <a:pPr>
              <a:defRPr/>
            </a:pPr>
            <a:endParaRPr lang="zh-CN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F001FE3-3C56-4123-9DE4-EF0781CB24B0}" type="slidenum">
              <a:rPr lang="en-US" alt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0081" y="172870"/>
            <a:ext cx="11521440" cy="690988"/>
          </a:xfrm>
          <a:prstGeom prst="rect">
            <a:avLst/>
          </a:prstGeom>
        </p:spPr>
        <p:txBody>
          <a:bodyPr lIns="111301" tIns="55650" rIns="111301" bIns="55650"/>
          <a:lstStyle>
            <a:lvl1pPr algn="l">
              <a:defRPr sz="28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0081" y="979360"/>
            <a:ext cx="11521440" cy="5352302"/>
          </a:xfrm>
          <a:prstGeom prst="rect">
            <a:avLst/>
          </a:prstGeom>
        </p:spPr>
        <p:txBody>
          <a:bodyPr lIns="111301" tIns="55650" rIns="111301" bIns="55650"/>
          <a:lstStyle>
            <a:lvl1pPr>
              <a:buClr>
                <a:schemeClr val="bg1">
                  <a:lumMod val="65000"/>
                </a:schemeClr>
              </a:buClr>
              <a:buSzPct val="60000"/>
              <a:buFont typeface="Wingdings" panose="05000000000000000000" pitchFamily="2" charset="2"/>
              <a:buChar char="l"/>
              <a:defRPr sz="2400" b="0" baseline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>
              <a:buClr>
                <a:schemeClr val="bg1">
                  <a:lumMod val="75000"/>
                </a:schemeClr>
              </a:buClr>
              <a:defRPr sz="2000" baseline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2pPr>
            <a:lvl3pPr>
              <a:buClr>
                <a:schemeClr val="bg1">
                  <a:lumMod val="75000"/>
                </a:schemeClr>
              </a:buClr>
              <a:buSzPct val="80000"/>
              <a:buFont typeface="Wingdings" panose="05000000000000000000" pitchFamily="2" charset="2"/>
              <a:buChar char="u"/>
              <a:defRPr sz="1800" baseline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3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</p:txBody>
      </p:sp>
      <p:sp>
        <p:nvSpPr>
          <p:cNvPr id="7" name="Line 6"/>
          <p:cNvSpPr>
            <a:spLocks noChangeShapeType="1"/>
          </p:cNvSpPr>
          <p:nvPr userDrawn="1"/>
        </p:nvSpPr>
        <p:spPr bwMode="auto">
          <a:xfrm>
            <a:off x="640080" y="878548"/>
            <a:ext cx="8468490" cy="0"/>
          </a:xfrm>
          <a:prstGeom prst="line">
            <a:avLst/>
          </a:prstGeom>
          <a:noFill/>
          <a:ln w="9525">
            <a:solidFill>
              <a:srgbClr val="C0C0C0"/>
            </a:solidFill>
            <a:round/>
          </a:ln>
        </p:spPr>
        <p:txBody>
          <a:bodyPr wrap="none" lIns="111301" tIns="55650" rIns="111301" bIns="55650" anchor="ctr"/>
          <a:lstStyle/>
          <a:p>
            <a:endParaRPr lang="zh-CN" altLang="en-US" sz="2900"/>
          </a:p>
        </p:txBody>
      </p:sp>
      <p:sp>
        <p:nvSpPr>
          <p:cNvPr id="10" name="页脚占位符 9"/>
          <p:cNvSpPr>
            <a:spLocks noGrp="1"/>
          </p:cNvSpPr>
          <p:nvPr>
            <p:ph type="ftr" sz="quarter" idx="12"/>
          </p:nvPr>
        </p:nvSpPr>
        <p:spPr>
          <a:xfrm>
            <a:off x="4376441" y="6552778"/>
            <a:ext cx="4053840" cy="384492"/>
          </a:xfrm>
        </p:spPr>
        <p:txBody>
          <a:bodyPr/>
          <a:lstStyle/>
          <a:p>
            <a:pPr>
              <a:defRPr/>
            </a:pPr>
            <a:endParaRPr lang="zh-CN" dirty="0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2B70F-DF10-4336-ADCF-617C02561E36}" type="datetimeFigureOut">
              <a:rPr lang="zh-CN" altLang="en-US" smtClean="0"/>
              <a:t>2024/4/25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E2906C-1822-439C-9592-AB22BD010E33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11" name="Picture 2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4087" y="6360445"/>
            <a:ext cx="12327222" cy="689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" name="Picture 2" descr="C:\Users\wumin\Desktop\++3.png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83722" y="3976938"/>
            <a:ext cx="11034157" cy="54761"/>
          </a:xfrm>
          <a:prstGeom prst="rect">
            <a:avLst/>
          </a:prstGeom>
          <a:noFill/>
        </p:spPr>
      </p:pic>
      <p:pic>
        <p:nvPicPr>
          <p:cNvPr id="12" name="Picture 2" descr="C:\Users\wumin\Desktop\LOGO.png"/>
          <p:cNvPicPr>
            <a:picLocks noChangeAspect="1" noChangeArrowheads="1"/>
          </p:cNvPicPr>
          <p:nvPr userDrawn="1"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021530" y="2047952"/>
            <a:ext cx="2723976" cy="866390"/>
          </a:xfrm>
          <a:prstGeom prst="rect">
            <a:avLst/>
          </a:prstGeom>
          <a:noFill/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2B70F-DF10-4336-ADCF-617C02561E36}" type="datetimeFigureOut">
              <a:rPr lang="zh-CN" altLang="en-US" smtClean="0"/>
              <a:t>2024/4/25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E2906C-1822-439C-9592-AB22BD010E3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11238" y="4627246"/>
            <a:ext cx="10881360" cy="1430179"/>
          </a:xfrm>
        </p:spPr>
        <p:txBody>
          <a:bodyPr anchor="t"/>
          <a:lstStyle>
            <a:lvl1pPr algn="l">
              <a:defRPr sz="4790" b="1" cap="all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011238" y="3052049"/>
            <a:ext cx="10881360" cy="1575197"/>
          </a:xfrm>
        </p:spPr>
        <p:txBody>
          <a:bodyPr anchor="b"/>
          <a:lstStyle>
            <a:lvl1pPr marL="0" indent="0">
              <a:buNone/>
              <a:defRPr sz="2395">
                <a:solidFill>
                  <a:schemeClr val="tx1">
                    <a:tint val="75000"/>
                  </a:schemeClr>
                </a:solidFill>
              </a:defRPr>
            </a:lvl1pPr>
            <a:lvl2pPr marL="547370" indent="0">
              <a:buNone/>
              <a:defRPr sz="2155">
                <a:solidFill>
                  <a:schemeClr val="tx1">
                    <a:tint val="75000"/>
                  </a:schemeClr>
                </a:solidFill>
              </a:defRPr>
            </a:lvl2pPr>
            <a:lvl3pPr marL="1094740" indent="0">
              <a:buNone/>
              <a:defRPr sz="1915">
                <a:solidFill>
                  <a:schemeClr val="tx1">
                    <a:tint val="75000"/>
                  </a:schemeClr>
                </a:solidFill>
              </a:defRPr>
            </a:lvl3pPr>
            <a:lvl4pPr marL="1642110" indent="0">
              <a:buNone/>
              <a:defRPr sz="1675">
                <a:solidFill>
                  <a:schemeClr val="tx1">
                    <a:tint val="75000"/>
                  </a:schemeClr>
                </a:solidFill>
              </a:defRPr>
            </a:lvl4pPr>
            <a:lvl5pPr marL="2189480" indent="0">
              <a:buNone/>
              <a:defRPr sz="1675">
                <a:solidFill>
                  <a:schemeClr val="tx1">
                    <a:tint val="75000"/>
                  </a:schemeClr>
                </a:solidFill>
              </a:defRPr>
            </a:lvl5pPr>
            <a:lvl6pPr marL="2736850" indent="0">
              <a:buNone/>
              <a:defRPr sz="1675">
                <a:solidFill>
                  <a:schemeClr val="tx1">
                    <a:tint val="75000"/>
                  </a:schemeClr>
                </a:solidFill>
              </a:defRPr>
            </a:lvl6pPr>
            <a:lvl7pPr marL="3283585" indent="0">
              <a:buNone/>
              <a:defRPr sz="1675">
                <a:solidFill>
                  <a:schemeClr val="tx1">
                    <a:tint val="75000"/>
                  </a:schemeClr>
                </a:solidFill>
              </a:defRPr>
            </a:lvl7pPr>
            <a:lvl8pPr marL="3830955" indent="0">
              <a:buNone/>
              <a:defRPr sz="1675">
                <a:solidFill>
                  <a:schemeClr val="tx1">
                    <a:tint val="75000"/>
                  </a:schemeClr>
                </a:solidFill>
              </a:defRPr>
            </a:lvl8pPr>
            <a:lvl9pPr marL="4378325" indent="0">
              <a:buNone/>
              <a:defRPr sz="167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2B70F-DF10-4336-ADCF-617C02561E36}" type="datetimeFigureOut">
              <a:rPr lang="zh-CN" altLang="en-US" smtClean="0"/>
              <a:t>2024/4/25</a:t>
            </a:fld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E2906C-1822-439C-9592-AB22BD010E33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8" name="Picture 3" descr="C:\Users\wumin\Desktop\4.pn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38503" y="2910450"/>
            <a:ext cx="3113975" cy="770648"/>
          </a:xfrm>
          <a:prstGeom prst="rect">
            <a:avLst/>
          </a:prstGeom>
          <a:noFill/>
        </p:spPr>
      </p:pic>
      <p:pic>
        <p:nvPicPr>
          <p:cNvPr id="5122" name="Picture 2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94087" y="6360445"/>
            <a:ext cx="12327222" cy="689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" name="Picture 2" descr="C:\Users\wumin\Desktop\++3.png"/>
          <p:cNvPicPr>
            <a:picLocks noChangeAspect="1" noChangeArrowheads="1"/>
          </p:cNvPicPr>
          <p:nvPr userDrawn="1"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883722" y="3976938"/>
            <a:ext cx="11034157" cy="54761"/>
          </a:xfrm>
          <a:prstGeom prst="rect">
            <a:avLst/>
          </a:prstGeom>
          <a:noFill/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748983" y="1473518"/>
            <a:ext cx="6629717" cy="4165521"/>
          </a:xfrm>
        </p:spPr>
        <p:txBody>
          <a:bodyPr/>
          <a:lstStyle>
            <a:lvl1pPr>
              <a:defRPr sz="3350"/>
            </a:lvl1pPr>
            <a:lvl2pPr>
              <a:defRPr sz="2875"/>
            </a:lvl2pPr>
            <a:lvl3pPr>
              <a:defRPr sz="2395"/>
            </a:lvl3pPr>
            <a:lvl4pPr>
              <a:defRPr sz="2155"/>
            </a:lvl4pPr>
            <a:lvl5pPr>
              <a:defRPr sz="2155"/>
            </a:lvl5pPr>
            <a:lvl6pPr>
              <a:defRPr sz="2155"/>
            </a:lvl6pPr>
            <a:lvl7pPr>
              <a:defRPr sz="2155"/>
            </a:lvl7pPr>
            <a:lvl8pPr>
              <a:defRPr sz="2155"/>
            </a:lvl8pPr>
            <a:lvl9pPr>
              <a:defRPr sz="2155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7592061" y="1473518"/>
            <a:ext cx="6629718" cy="4165521"/>
          </a:xfrm>
        </p:spPr>
        <p:txBody>
          <a:bodyPr/>
          <a:lstStyle>
            <a:lvl1pPr>
              <a:defRPr sz="3350"/>
            </a:lvl1pPr>
            <a:lvl2pPr>
              <a:defRPr sz="2875"/>
            </a:lvl2pPr>
            <a:lvl3pPr>
              <a:defRPr sz="2395"/>
            </a:lvl3pPr>
            <a:lvl4pPr>
              <a:defRPr sz="2155"/>
            </a:lvl4pPr>
            <a:lvl5pPr>
              <a:defRPr sz="2155"/>
            </a:lvl5pPr>
            <a:lvl6pPr>
              <a:defRPr sz="2155"/>
            </a:lvl6pPr>
            <a:lvl7pPr>
              <a:defRPr sz="2155"/>
            </a:lvl7pPr>
            <a:lvl8pPr>
              <a:defRPr sz="2155"/>
            </a:lvl8pPr>
            <a:lvl9pPr>
              <a:defRPr sz="2155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2B70F-DF10-4336-ADCF-617C02561E36}" type="datetimeFigureOut">
              <a:rPr lang="zh-CN" altLang="en-US" smtClean="0"/>
              <a:t>2024/4/25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E2906C-1822-439C-9592-AB22BD010E3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0080" y="288370"/>
            <a:ext cx="11521440" cy="120015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40080" y="1611869"/>
            <a:ext cx="5656263" cy="671750"/>
          </a:xfrm>
        </p:spPr>
        <p:txBody>
          <a:bodyPr anchor="b"/>
          <a:lstStyle>
            <a:lvl1pPr marL="0" indent="0">
              <a:buNone/>
              <a:defRPr sz="2875" b="1"/>
            </a:lvl1pPr>
            <a:lvl2pPr marL="547370" indent="0">
              <a:buNone/>
              <a:defRPr sz="2395" b="1"/>
            </a:lvl2pPr>
            <a:lvl3pPr marL="1094740" indent="0">
              <a:buNone/>
              <a:defRPr sz="2155" b="1"/>
            </a:lvl3pPr>
            <a:lvl4pPr marL="1642110" indent="0">
              <a:buNone/>
              <a:defRPr sz="1915" b="1"/>
            </a:lvl4pPr>
            <a:lvl5pPr marL="2189480" indent="0">
              <a:buNone/>
              <a:defRPr sz="1915" b="1"/>
            </a:lvl5pPr>
            <a:lvl6pPr marL="2736850" indent="0">
              <a:buNone/>
              <a:defRPr sz="1915" b="1"/>
            </a:lvl6pPr>
            <a:lvl7pPr marL="3283585" indent="0">
              <a:buNone/>
              <a:defRPr sz="1915" b="1"/>
            </a:lvl7pPr>
            <a:lvl8pPr marL="3830955" indent="0">
              <a:buNone/>
              <a:defRPr sz="1915" b="1"/>
            </a:lvl8pPr>
            <a:lvl9pPr marL="4378325" indent="0">
              <a:buNone/>
              <a:defRPr sz="1915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40080" y="2283619"/>
            <a:ext cx="5656263" cy="4148853"/>
          </a:xfrm>
        </p:spPr>
        <p:txBody>
          <a:bodyPr/>
          <a:lstStyle>
            <a:lvl1pPr>
              <a:defRPr sz="2875"/>
            </a:lvl1pPr>
            <a:lvl2pPr>
              <a:defRPr sz="2395"/>
            </a:lvl2pPr>
            <a:lvl3pPr>
              <a:defRPr sz="2155"/>
            </a:lvl3pPr>
            <a:lvl4pPr>
              <a:defRPr sz="1915"/>
            </a:lvl4pPr>
            <a:lvl5pPr>
              <a:defRPr sz="1915"/>
            </a:lvl5pPr>
            <a:lvl6pPr>
              <a:defRPr sz="1915"/>
            </a:lvl6pPr>
            <a:lvl7pPr>
              <a:defRPr sz="1915"/>
            </a:lvl7pPr>
            <a:lvl8pPr>
              <a:defRPr sz="1915"/>
            </a:lvl8pPr>
            <a:lvl9pPr>
              <a:defRPr sz="1915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503036" y="1611869"/>
            <a:ext cx="5658485" cy="671750"/>
          </a:xfrm>
        </p:spPr>
        <p:txBody>
          <a:bodyPr anchor="b"/>
          <a:lstStyle>
            <a:lvl1pPr marL="0" indent="0">
              <a:buNone/>
              <a:defRPr sz="2875" b="1"/>
            </a:lvl1pPr>
            <a:lvl2pPr marL="547370" indent="0">
              <a:buNone/>
              <a:defRPr sz="2395" b="1"/>
            </a:lvl2pPr>
            <a:lvl3pPr marL="1094740" indent="0">
              <a:buNone/>
              <a:defRPr sz="2155" b="1"/>
            </a:lvl3pPr>
            <a:lvl4pPr marL="1642110" indent="0">
              <a:buNone/>
              <a:defRPr sz="1915" b="1"/>
            </a:lvl4pPr>
            <a:lvl5pPr marL="2189480" indent="0">
              <a:buNone/>
              <a:defRPr sz="1915" b="1"/>
            </a:lvl5pPr>
            <a:lvl6pPr marL="2736850" indent="0">
              <a:buNone/>
              <a:defRPr sz="1915" b="1"/>
            </a:lvl6pPr>
            <a:lvl7pPr marL="3283585" indent="0">
              <a:buNone/>
              <a:defRPr sz="1915" b="1"/>
            </a:lvl7pPr>
            <a:lvl8pPr marL="3830955" indent="0">
              <a:buNone/>
              <a:defRPr sz="1915" b="1"/>
            </a:lvl8pPr>
            <a:lvl9pPr marL="4378325" indent="0">
              <a:buNone/>
              <a:defRPr sz="1915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503036" y="2283619"/>
            <a:ext cx="5658485" cy="4148853"/>
          </a:xfrm>
        </p:spPr>
        <p:txBody>
          <a:bodyPr/>
          <a:lstStyle>
            <a:lvl1pPr>
              <a:defRPr sz="2875"/>
            </a:lvl1pPr>
            <a:lvl2pPr>
              <a:defRPr sz="2395"/>
            </a:lvl2pPr>
            <a:lvl3pPr>
              <a:defRPr sz="2155"/>
            </a:lvl3pPr>
            <a:lvl4pPr>
              <a:defRPr sz="1915"/>
            </a:lvl4pPr>
            <a:lvl5pPr>
              <a:defRPr sz="1915"/>
            </a:lvl5pPr>
            <a:lvl6pPr>
              <a:defRPr sz="1915"/>
            </a:lvl6pPr>
            <a:lvl7pPr>
              <a:defRPr sz="1915"/>
            </a:lvl7pPr>
            <a:lvl8pPr>
              <a:defRPr sz="1915"/>
            </a:lvl8pPr>
            <a:lvl9pPr>
              <a:defRPr sz="1915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2B70F-DF10-4336-ADCF-617C02561E36}" type="datetimeFigureOut">
              <a:rPr lang="zh-CN" altLang="en-US" smtClean="0"/>
              <a:t>2024/4/25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E2906C-1822-439C-9592-AB22BD010E3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2B70F-DF10-4336-ADCF-617C02561E36}" type="datetimeFigureOut">
              <a:rPr lang="zh-CN" altLang="en-US" smtClean="0"/>
              <a:t>2024/4/25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E2906C-1822-439C-9592-AB22BD010E3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2B70F-DF10-4336-ADCF-617C02561E36}" type="datetimeFigureOut">
              <a:rPr lang="zh-CN" altLang="en-US" smtClean="0"/>
              <a:t>2024/4/25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E2906C-1822-439C-9592-AB22BD010E3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0082" y="286703"/>
            <a:ext cx="4211638" cy="1220153"/>
          </a:xfrm>
        </p:spPr>
        <p:txBody>
          <a:bodyPr anchor="b"/>
          <a:lstStyle>
            <a:lvl1pPr algn="l">
              <a:defRPr sz="2395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005070" y="286703"/>
            <a:ext cx="7156450" cy="6145769"/>
          </a:xfrm>
        </p:spPr>
        <p:txBody>
          <a:bodyPr/>
          <a:lstStyle>
            <a:lvl1pPr>
              <a:defRPr sz="3830"/>
            </a:lvl1pPr>
            <a:lvl2pPr>
              <a:defRPr sz="3350"/>
            </a:lvl2pPr>
            <a:lvl3pPr>
              <a:defRPr sz="2875"/>
            </a:lvl3pPr>
            <a:lvl4pPr>
              <a:defRPr sz="2395"/>
            </a:lvl4pPr>
            <a:lvl5pPr>
              <a:defRPr sz="2395"/>
            </a:lvl5pPr>
            <a:lvl6pPr>
              <a:defRPr sz="2395"/>
            </a:lvl6pPr>
            <a:lvl7pPr>
              <a:defRPr sz="2395"/>
            </a:lvl7pPr>
            <a:lvl8pPr>
              <a:defRPr sz="2395"/>
            </a:lvl8pPr>
            <a:lvl9pPr>
              <a:defRPr sz="2395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40082" y="1506855"/>
            <a:ext cx="4211638" cy="4925616"/>
          </a:xfrm>
        </p:spPr>
        <p:txBody>
          <a:bodyPr/>
          <a:lstStyle>
            <a:lvl1pPr marL="0" indent="0">
              <a:buNone/>
              <a:defRPr sz="1675"/>
            </a:lvl1pPr>
            <a:lvl2pPr marL="547370" indent="0">
              <a:buNone/>
              <a:defRPr sz="1435"/>
            </a:lvl2pPr>
            <a:lvl3pPr marL="1094740" indent="0">
              <a:buNone/>
              <a:defRPr sz="1195"/>
            </a:lvl3pPr>
            <a:lvl4pPr marL="1642110" indent="0">
              <a:buNone/>
              <a:defRPr sz="1075"/>
            </a:lvl4pPr>
            <a:lvl5pPr marL="2189480" indent="0">
              <a:buNone/>
              <a:defRPr sz="1075"/>
            </a:lvl5pPr>
            <a:lvl6pPr marL="2736850" indent="0">
              <a:buNone/>
              <a:defRPr sz="1075"/>
            </a:lvl6pPr>
            <a:lvl7pPr marL="3283585" indent="0">
              <a:buNone/>
              <a:defRPr sz="1075"/>
            </a:lvl7pPr>
            <a:lvl8pPr marL="3830955" indent="0">
              <a:buNone/>
              <a:defRPr sz="1075"/>
            </a:lvl8pPr>
            <a:lvl9pPr marL="4378325" indent="0">
              <a:buNone/>
              <a:defRPr sz="107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2B70F-DF10-4336-ADCF-617C02561E36}" type="datetimeFigureOut">
              <a:rPr lang="zh-CN" altLang="en-US" smtClean="0"/>
              <a:t>2024/4/25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E2906C-1822-439C-9592-AB22BD010E3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509203" y="5040630"/>
            <a:ext cx="7680960" cy="595075"/>
          </a:xfrm>
        </p:spPr>
        <p:txBody>
          <a:bodyPr anchor="b"/>
          <a:lstStyle>
            <a:lvl1pPr algn="l">
              <a:defRPr sz="2395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509203" y="643414"/>
            <a:ext cx="7680960" cy="4320540"/>
          </a:xfrm>
        </p:spPr>
        <p:txBody>
          <a:bodyPr/>
          <a:lstStyle>
            <a:lvl1pPr marL="0" indent="0">
              <a:buNone/>
              <a:defRPr sz="3830"/>
            </a:lvl1pPr>
            <a:lvl2pPr marL="547370" indent="0">
              <a:buNone/>
              <a:defRPr sz="3350"/>
            </a:lvl2pPr>
            <a:lvl3pPr marL="1094740" indent="0">
              <a:buNone/>
              <a:defRPr sz="2875"/>
            </a:lvl3pPr>
            <a:lvl4pPr marL="1642110" indent="0">
              <a:buNone/>
              <a:defRPr sz="2395"/>
            </a:lvl4pPr>
            <a:lvl5pPr marL="2189480" indent="0">
              <a:buNone/>
              <a:defRPr sz="2395"/>
            </a:lvl5pPr>
            <a:lvl6pPr marL="2736850" indent="0">
              <a:buNone/>
              <a:defRPr sz="2395"/>
            </a:lvl6pPr>
            <a:lvl7pPr marL="3283585" indent="0">
              <a:buNone/>
              <a:defRPr sz="2395"/>
            </a:lvl7pPr>
            <a:lvl8pPr marL="3830955" indent="0">
              <a:buNone/>
              <a:defRPr sz="2395"/>
            </a:lvl8pPr>
            <a:lvl9pPr marL="4378325" indent="0">
              <a:buNone/>
              <a:defRPr sz="2395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509203" y="5635704"/>
            <a:ext cx="7680960" cy="845105"/>
          </a:xfrm>
        </p:spPr>
        <p:txBody>
          <a:bodyPr/>
          <a:lstStyle>
            <a:lvl1pPr marL="0" indent="0">
              <a:buNone/>
              <a:defRPr sz="1675"/>
            </a:lvl1pPr>
            <a:lvl2pPr marL="547370" indent="0">
              <a:buNone/>
              <a:defRPr sz="1435"/>
            </a:lvl2pPr>
            <a:lvl3pPr marL="1094740" indent="0">
              <a:buNone/>
              <a:defRPr sz="1195"/>
            </a:lvl3pPr>
            <a:lvl4pPr marL="1642110" indent="0">
              <a:buNone/>
              <a:defRPr sz="1075"/>
            </a:lvl4pPr>
            <a:lvl5pPr marL="2189480" indent="0">
              <a:buNone/>
              <a:defRPr sz="1075"/>
            </a:lvl5pPr>
            <a:lvl6pPr marL="2736850" indent="0">
              <a:buNone/>
              <a:defRPr sz="1075"/>
            </a:lvl6pPr>
            <a:lvl7pPr marL="3283585" indent="0">
              <a:buNone/>
              <a:defRPr sz="1075"/>
            </a:lvl7pPr>
            <a:lvl8pPr marL="3830955" indent="0">
              <a:buNone/>
              <a:defRPr sz="1075"/>
            </a:lvl8pPr>
            <a:lvl9pPr marL="4378325" indent="0">
              <a:buNone/>
              <a:defRPr sz="107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2B70F-DF10-4336-ADCF-617C02561E36}" type="datetimeFigureOut">
              <a:rPr lang="zh-CN" altLang="en-US" smtClean="0"/>
              <a:t>2024/4/25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E2906C-1822-439C-9592-AB22BD010E3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2B70F-DF10-4336-ADCF-617C02561E36}" type="datetimeFigureOut">
              <a:rPr lang="zh-CN" altLang="en-US" smtClean="0"/>
              <a:t>2024/4/25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E2906C-1822-439C-9592-AB22BD010E3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10854690" y="253366"/>
            <a:ext cx="3367089" cy="538567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748983" y="253366"/>
            <a:ext cx="9892347" cy="5385674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2B70F-DF10-4336-ADCF-617C02561E36}" type="datetimeFigureOut">
              <a:rPr lang="zh-CN" altLang="en-US" smtClean="0"/>
              <a:t>2024/4/25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E2906C-1822-439C-9592-AB22BD010E3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页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sz="2940" b="1">
                <a:latin typeface="Agency FB" panose="020B0503020202020204" pitchFamily="34" charset="0"/>
              </a:defRPr>
            </a:lvl1pPr>
          </a:lstStyle>
          <a:p>
            <a:r>
              <a:rPr lang="zh-CN" altLang="en-US" dirty="0"/>
              <a:t>通用页面</a:t>
            </a:r>
          </a:p>
        </p:txBody>
      </p:sp>
    </p:spTree>
  </p:cSld>
  <p:clrMapOvr>
    <a:masterClrMapping/>
  </p:clrMapOvr>
  <p:hf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目录页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Agency FB" panose="020B0503020202020204" pitchFamily="34" charset="0"/>
              </a:defRPr>
            </a:lvl1pPr>
          </a:lstStyle>
          <a:p>
            <a:r>
              <a:rPr lang="zh-CN" altLang="en-US" dirty="0"/>
              <a:t>目录页面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>
          <a:xfrm>
            <a:off x="968794" y="1305115"/>
            <a:ext cx="10776347" cy="4343876"/>
          </a:xfrm>
          <a:prstGeom prst="rect">
            <a:avLst/>
          </a:prstGeom>
          <a:noFill/>
        </p:spPr>
        <p:txBody>
          <a:bodyPr/>
          <a:lstStyle>
            <a:lvl1pPr marL="360045" indent="-360045">
              <a:lnSpc>
                <a:spcPct val="150000"/>
              </a:lnSpc>
              <a:spcBef>
                <a:spcPts val="1260"/>
              </a:spcBef>
              <a:buFont typeface="+mj-lt"/>
              <a:buAutoNum type="arabicPeriod"/>
              <a:defRPr sz="2940">
                <a:solidFill>
                  <a:srgbClr val="6788B1"/>
                </a:solidFill>
                <a:latin typeface="Agency FB" panose="020B0503020202020204" pitchFamily="34" charset="0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观点页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Agency FB" panose="020B0503020202020204" pitchFamily="34" charset="0"/>
              </a:defRPr>
            </a:lvl1pPr>
          </a:lstStyle>
          <a:p>
            <a:r>
              <a:rPr lang="zh-CN" altLang="en-US" dirty="0"/>
              <a:t>观点</a:t>
            </a:r>
            <a:r>
              <a:rPr lang="en-US" altLang="zh-CN" dirty="0"/>
              <a:t>/</a:t>
            </a:r>
            <a:r>
              <a:rPr lang="zh-CN" altLang="en-US" dirty="0"/>
              <a:t>说明页面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0" y="978986"/>
            <a:ext cx="12801600" cy="1255281"/>
          </a:xfrm>
          <a:prstGeom prst="rect">
            <a:avLst/>
          </a:prstGeom>
          <a:noFill/>
        </p:spPr>
        <p:txBody>
          <a:bodyPr lIns="540000" tIns="108000" rIns="540000">
            <a:spAutoFit/>
          </a:bodyPr>
          <a:lstStyle>
            <a:lvl1pPr marL="360045" indent="-360045">
              <a:lnSpc>
                <a:spcPct val="120000"/>
              </a:lnSpc>
              <a:spcBef>
                <a:spcPts val="630"/>
              </a:spcBef>
              <a:buFont typeface="+mj-lt"/>
              <a:buAutoNum type="arabicPeriod"/>
              <a:defRPr sz="1890" b="0">
                <a:solidFill>
                  <a:schemeClr val="tx1">
                    <a:lumMod val="50000"/>
                    <a:lumOff val="50000"/>
                  </a:schemeClr>
                </a:solidFill>
                <a:latin typeface="Agency FB" panose="020B0503020202020204" pitchFamily="34" charset="0"/>
              </a:defRPr>
            </a:lvl1pPr>
            <a:lvl2pPr marL="840105" indent="-360045">
              <a:lnSpc>
                <a:spcPct val="120000"/>
              </a:lnSpc>
              <a:spcBef>
                <a:spcPts val="630"/>
              </a:spcBef>
              <a:buFont typeface="+mj-lt"/>
              <a:buAutoNum type="arabicPeriod"/>
              <a:defRPr sz="1680" b="0">
                <a:solidFill>
                  <a:schemeClr val="tx1">
                    <a:lumMod val="50000"/>
                    <a:lumOff val="50000"/>
                  </a:schemeClr>
                </a:solidFill>
                <a:latin typeface="Agency FB" panose="020B0503020202020204" pitchFamily="34" charset="0"/>
              </a:defRPr>
            </a:lvl2pPr>
            <a:lvl3pPr>
              <a:lnSpc>
                <a:spcPct val="120000"/>
              </a:lnSpc>
              <a:spcBef>
                <a:spcPts val="630"/>
              </a:spcBef>
              <a:buFont typeface="+mj-lt"/>
              <a:buAutoNum type="arabicPeriod"/>
              <a:defRPr sz="1470" b="0">
                <a:solidFill>
                  <a:schemeClr val="tx1">
                    <a:lumMod val="50000"/>
                    <a:lumOff val="50000"/>
                  </a:schemeClr>
                </a:solidFill>
                <a:latin typeface="Agency FB" panose="020B0503020202020204" pitchFamily="34" charset="0"/>
              </a:defRPr>
            </a:lvl3pPr>
            <a:lvl4pPr marL="1440180" indent="0">
              <a:buNone/>
              <a:defRPr sz="1155"/>
            </a:lvl4pPr>
            <a:lvl5pPr marL="1920240" indent="0">
              <a:buNone/>
              <a:defRPr sz="1155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内容页面_白色版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sz="2940" b="1">
                <a:latin typeface="Agency FB" panose="020B0503020202020204" pitchFamily="34" charset="0"/>
              </a:defRPr>
            </a:lvl1pPr>
          </a:lstStyle>
          <a:p>
            <a:r>
              <a:rPr lang="zh-CN" altLang="en-US" dirty="0"/>
              <a:t>内容页面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0" y="997282"/>
            <a:ext cx="12801600" cy="1203753"/>
          </a:xfrm>
          <a:prstGeom prst="rect">
            <a:avLst/>
          </a:prstGeom>
          <a:noFill/>
        </p:spPr>
        <p:txBody>
          <a:bodyPr lIns="396000" tIns="144000" rIns="540000" bIns="144000">
            <a:spAutoFit/>
          </a:bodyPr>
          <a:lstStyle>
            <a:lvl1pPr>
              <a:lnSpc>
                <a:spcPct val="120000"/>
              </a:lnSpc>
              <a:defRPr sz="1470">
                <a:solidFill>
                  <a:schemeClr val="tx1">
                    <a:lumMod val="50000"/>
                    <a:lumOff val="50000"/>
                  </a:schemeClr>
                </a:solidFill>
                <a:latin typeface="Agency FB" panose="020B0503020202020204" pitchFamily="34" charset="0"/>
              </a:defRPr>
            </a:lvl1pPr>
            <a:lvl2pPr>
              <a:lnSpc>
                <a:spcPct val="120000"/>
              </a:lnSpc>
              <a:defRPr sz="1260">
                <a:solidFill>
                  <a:schemeClr val="tx1">
                    <a:lumMod val="50000"/>
                    <a:lumOff val="50000"/>
                  </a:schemeClr>
                </a:solidFill>
                <a:latin typeface="Agency FB" panose="020B0503020202020204" pitchFamily="34" charset="0"/>
              </a:defRPr>
            </a:lvl2pPr>
            <a:lvl3pPr>
              <a:lnSpc>
                <a:spcPct val="120000"/>
              </a:lnSpc>
              <a:defRPr sz="1155">
                <a:solidFill>
                  <a:schemeClr val="tx1">
                    <a:lumMod val="50000"/>
                    <a:lumOff val="50000"/>
                  </a:schemeClr>
                </a:solidFill>
                <a:latin typeface="Agency FB" panose="020B0503020202020204" pitchFamily="34" charset="0"/>
              </a:defRPr>
            </a:lvl3pPr>
            <a:lvl4pPr marL="1440180" indent="0">
              <a:buNone/>
              <a:defRPr sz="1155"/>
            </a:lvl4pPr>
            <a:lvl5pPr marL="1920240" indent="0">
              <a:buNone/>
              <a:defRPr sz="1155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</p:txBody>
      </p:sp>
    </p:spTree>
  </p:cSld>
  <p:clrMapOvr>
    <a:masterClrMapping/>
  </p:clrMapOvr>
  <p:hf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附录页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Agency FB" panose="020B0503020202020204" pitchFamily="34" charset="0"/>
              </a:defRPr>
            </a:lvl1pPr>
          </a:lstStyle>
          <a:p>
            <a:r>
              <a:rPr lang="en-US" altLang="zh-CN" dirty="0"/>
              <a:t>Appendix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>
          <a:xfrm>
            <a:off x="968794" y="1305115"/>
            <a:ext cx="10776347" cy="4343876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spcBef>
                <a:spcPts val="1260"/>
              </a:spcBef>
              <a:buFont typeface="+mj-lt"/>
              <a:buAutoNum type="arabicPeriod"/>
              <a:defRPr sz="2940">
                <a:solidFill>
                  <a:srgbClr val="6788B1"/>
                </a:solidFill>
                <a:latin typeface="Agency FB" panose="020B0503020202020204" pitchFamily="34" charset="0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封面页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bg>
      <p:bgPr>
        <a:pattFill prst="openDmnd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80110" y="172261"/>
            <a:ext cx="11041380" cy="696754"/>
          </a:xfrm>
        </p:spPr>
        <p:txBody>
          <a:bodyPr>
            <a:normAutofit/>
          </a:bodyPr>
          <a:lstStyle>
            <a:lvl1pPr algn="ctr">
              <a:defRPr sz="3920" b="1">
                <a:solidFill>
                  <a:srgbClr val="445D73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2"/>
          <p:cNvSpPr>
            <a:spLocks noGrp="1"/>
          </p:cNvSpPr>
          <p:nvPr>
            <p:ph idx="1"/>
          </p:nvPr>
        </p:nvSpPr>
        <p:spPr>
          <a:xfrm>
            <a:off x="640081" y="1037630"/>
            <a:ext cx="11521440" cy="5443200"/>
          </a:xfrm>
          <a:prstGeom prst="rect">
            <a:avLst/>
          </a:prstGeom>
        </p:spPr>
        <p:txBody>
          <a:bodyPr lIns="76179" tIns="38089" rIns="76179" bIns="38089"/>
          <a:lstStyle>
            <a:lvl1pPr>
              <a:defRPr sz="2015">
                <a:latin typeface="+mj-ea"/>
                <a:ea typeface="+mj-ea"/>
              </a:defRPr>
            </a:lvl1pPr>
            <a:lvl2pPr>
              <a:defRPr sz="2015">
                <a:latin typeface="+mj-ea"/>
                <a:ea typeface="+mj-ea"/>
              </a:defRPr>
            </a:lvl2pPr>
            <a:lvl3pPr>
              <a:defRPr sz="1765">
                <a:latin typeface="+mj-ea"/>
                <a:ea typeface="+mj-ea"/>
              </a:defRPr>
            </a:lvl3pPr>
            <a:lvl4pPr>
              <a:defRPr sz="1765">
                <a:latin typeface="+mj-ea"/>
                <a:ea typeface="+mj-ea"/>
              </a:defRPr>
            </a:lvl4pPr>
            <a:lvl5pPr>
              <a:defRPr sz="1765">
                <a:latin typeface="+mj-ea"/>
                <a:ea typeface="+mj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9" name="Rectangle 9"/>
          <p:cNvSpPr txBox="1">
            <a:spLocks noChangeArrowheads="1"/>
          </p:cNvSpPr>
          <p:nvPr userDrawn="1"/>
        </p:nvSpPr>
        <p:spPr>
          <a:xfrm>
            <a:off x="9829286" y="6868736"/>
            <a:ext cx="2985760" cy="501431"/>
          </a:xfrm>
          <a:prstGeom prst="rect">
            <a:avLst/>
          </a:prstGeom>
        </p:spPr>
        <p:txBody>
          <a:bodyPr lIns="95986" tIns="47992" rIns="95986" bIns="47992"/>
          <a:lstStyle>
            <a:lvl1pPr>
              <a:defRPr/>
            </a:lvl1pPr>
          </a:lstStyle>
          <a:p>
            <a:pPr algn="r" defTabSz="960120">
              <a:defRPr/>
            </a:pPr>
            <a:endParaRPr lang="en-US" altLang="zh-CN" sz="151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标题 1"/>
          <p:cNvSpPr>
            <a:spLocks noGrp="1"/>
          </p:cNvSpPr>
          <p:nvPr>
            <p:ph type="title"/>
          </p:nvPr>
        </p:nvSpPr>
        <p:spPr>
          <a:xfrm>
            <a:off x="640081" y="288370"/>
            <a:ext cx="11521440" cy="611725"/>
          </a:xfrm>
          <a:prstGeom prst="rect">
            <a:avLst/>
          </a:prstGeom>
        </p:spPr>
        <p:txBody>
          <a:bodyPr lIns="91429" tIns="45715" rIns="91429" bIns="45715" anchor="ctr" anchorCtr="0"/>
          <a:lstStyle>
            <a:lvl1pPr algn="l">
              <a:defRPr sz="3025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10" name="Line 11"/>
          <p:cNvSpPr>
            <a:spLocks noChangeShapeType="1"/>
          </p:cNvSpPr>
          <p:nvPr userDrawn="1"/>
        </p:nvSpPr>
        <p:spPr bwMode="auto">
          <a:xfrm>
            <a:off x="640081" y="1060008"/>
            <a:ext cx="11521440" cy="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</a:ln>
          <a:effectLst/>
        </p:spPr>
        <p:txBody>
          <a:bodyPr lIns="115201" tIns="57601" rIns="115201" bIns="57601"/>
          <a:lstStyle/>
          <a:p>
            <a:pPr defTabSz="1151890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227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文本占位符 11"/>
          <p:cNvSpPr>
            <a:spLocks noGrp="1"/>
          </p:cNvSpPr>
          <p:nvPr>
            <p:ph type="body" sz="quarter" idx="10" hasCustomPrompt="1"/>
          </p:nvPr>
        </p:nvSpPr>
        <p:spPr>
          <a:xfrm>
            <a:off x="640086" y="6790965"/>
            <a:ext cx="8885863" cy="334169"/>
          </a:xfrm>
          <a:prstGeom prst="rect">
            <a:avLst/>
          </a:prstGeom>
        </p:spPr>
        <p:txBody>
          <a:bodyPr lIns="76179" tIns="38089" rIns="76179" bIns="38089" anchor="ctr"/>
          <a:lstStyle>
            <a:lvl1pPr marL="0" indent="0">
              <a:buNone/>
              <a:defRPr kumimoji="0" lang="zh-CN" altLang="en-US" sz="126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defRPr>
            </a:lvl1pPr>
          </a:lstStyle>
          <a:p>
            <a:pPr lvl="0"/>
            <a:r>
              <a:rPr lang="zh-CN" altLang="en-US" dirty="0"/>
              <a:t>数据来源：</a:t>
            </a:r>
          </a:p>
        </p:txBody>
      </p:sp>
    </p:spTree>
  </p:cSld>
  <p:clrMapOvr>
    <a:masterClrMapping/>
  </p:clrMapOvr>
  <p:transition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2"/>
          <p:cNvSpPr>
            <a:spLocks noChangeArrowheads="1"/>
          </p:cNvSpPr>
          <p:nvPr userDrawn="1"/>
        </p:nvSpPr>
        <p:spPr bwMode="auto">
          <a:xfrm>
            <a:off x="1" y="0"/>
            <a:ext cx="12801600" cy="1029764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2270">
              <a:solidFill>
                <a:prstClr val="black"/>
              </a:solidFill>
              <a:latin typeface="Arial" panose="020B0604020202020204"/>
              <a:ea typeface="宋体" pitchFamily="2" charset="-122"/>
            </a:endParaRPr>
          </a:p>
        </p:txBody>
      </p:sp>
      <p:sp>
        <p:nvSpPr>
          <p:cNvPr id="4" name="标题 1"/>
          <p:cNvSpPr>
            <a:spLocks noGrp="1"/>
          </p:cNvSpPr>
          <p:nvPr userDrawn="1">
            <p:ph type="title" idx="4294967295"/>
          </p:nvPr>
        </p:nvSpPr>
        <p:spPr>
          <a:xfrm>
            <a:off x="90" y="-28752"/>
            <a:ext cx="9899769" cy="756084"/>
          </a:xfrm>
          <a:prstGeom prst="rect">
            <a:avLst/>
          </a:prstGeom>
        </p:spPr>
        <p:txBody>
          <a:bodyPr/>
          <a:lstStyle>
            <a:lvl1pPr>
              <a:defRPr>
                <a:latin typeface="+mn-ea"/>
                <a:ea typeface="+mn-ea"/>
              </a:defRPr>
            </a:lvl1pPr>
          </a:lstStyle>
          <a:p>
            <a:pPr algn="l"/>
            <a:endParaRPr lang="zh-CN" altLang="en-US" sz="353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2"/>
          <p:cNvSpPr>
            <a:spLocks noGrp="1"/>
          </p:cNvSpPr>
          <p:nvPr>
            <p:ph idx="1"/>
          </p:nvPr>
        </p:nvSpPr>
        <p:spPr>
          <a:xfrm>
            <a:off x="640081" y="1037629"/>
            <a:ext cx="11521440" cy="5661285"/>
          </a:xfrm>
          <a:prstGeom prst="rect">
            <a:avLst/>
          </a:prstGeom>
        </p:spPr>
        <p:txBody>
          <a:bodyPr lIns="91429" tIns="45715" rIns="91429" bIns="45715"/>
          <a:lstStyle>
            <a:lvl1pPr>
              <a:lnSpc>
                <a:spcPct val="120000"/>
              </a:lnSpc>
              <a:spcBef>
                <a:spcPts val="680"/>
              </a:spcBef>
              <a:spcAft>
                <a:spcPts val="680"/>
              </a:spcAft>
              <a:defRPr sz="2040" baseline="0"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lnSpc>
                <a:spcPct val="120000"/>
              </a:lnSpc>
              <a:spcBef>
                <a:spcPts val="680"/>
              </a:spcBef>
              <a:spcAft>
                <a:spcPts val="680"/>
              </a:spcAft>
              <a:defRPr sz="1815" baseline="0"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lnSpc>
                <a:spcPct val="120000"/>
              </a:lnSpc>
              <a:spcBef>
                <a:spcPts val="680"/>
              </a:spcBef>
              <a:spcAft>
                <a:spcPts val="680"/>
              </a:spcAft>
              <a:defRPr sz="1590" baseline="0"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lnSpc>
                <a:spcPct val="120000"/>
              </a:lnSpc>
              <a:spcBef>
                <a:spcPts val="680"/>
              </a:spcBef>
              <a:spcAft>
                <a:spcPts val="680"/>
              </a:spcAft>
              <a:defRPr sz="1360" baseline="0"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lnSpc>
                <a:spcPct val="120000"/>
              </a:lnSpc>
              <a:spcBef>
                <a:spcPts val="680"/>
              </a:spcBef>
              <a:spcAft>
                <a:spcPts val="680"/>
              </a:spcAft>
              <a:defRPr sz="1245" baseline="0"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5" name="Line 11"/>
          <p:cNvSpPr>
            <a:spLocks noChangeShapeType="1"/>
          </p:cNvSpPr>
          <p:nvPr userDrawn="1"/>
        </p:nvSpPr>
        <p:spPr bwMode="auto">
          <a:xfrm>
            <a:off x="640081" y="1060008"/>
            <a:ext cx="11521440" cy="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</a:ln>
          <a:effectLst/>
        </p:spPr>
        <p:txBody>
          <a:bodyPr lIns="103680" tIns="51842" rIns="103680" bIns="51842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204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占位符 11"/>
          <p:cNvSpPr>
            <a:spLocks noGrp="1"/>
          </p:cNvSpPr>
          <p:nvPr>
            <p:ph type="body" sz="quarter" idx="10" hasCustomPrompt="1"/>
          </p:nvPr>
        </p:nvSpPr>
        <p:spPr>
          <a:xfrm>
            <a:off x="640086" y="6824877"/>
            <a:ext cx="6200775" cy="288036"/>
          </a:xfrm>
          <a:prstGeom prst="rect">
            <a:avLst/>
          </a:prstGeom>
        </p:spPr>
        <p:txBody>
          <a:bodyPr lIns="76179" tIns="38089" rIns="76179" bIns="38089" anchor="ctr"/>
          <a:lstStyle>
            <a:lvl1pPr>
              <a:buNone/>
              <a:defRPr kumimoji="0" lang="zh-CN" altLang="en-US" sz="1135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zh-CN" altLang="en-US" dirty="0"/>
              <a:t>数据来源：</a:t>
            </a:r>
          </a:p>
        </p:txBody>
      </p:sp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640080" y="250032"/>
            <a:ext cx="11506958" cy="505064"/>
          </a:xfrm>
          <a:prstGeom prst="rect">
            <a:avLst/>
          </a:prstGeo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页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sz="2940" b="1">
                <a:latin typeface="Agency FB" panose="020B0503020202020204" pitchFamily="34" charset="0"/>
              </a:defRPr>
            </a:lvl1pPr>
          </a:lstStyle>
          <a:p>
            <a:r>
              <a:rPr lang="zh-CN" altLang="en-US" dirty="0"/>
              <a:t>通用页面</a:t>
            </a:r>
          </a:p>
        </p:txBody>
      </p:sp>
    </p:spTree>
  </p:cSld>
  <p:clrMapOvr>
    <a:masterClrMapping/>
  </p:clrMapOvr>
  <p:hf hdr="0" ft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目录页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Agency FB" panose="020B0503020202020204" pitchFamily="34" charset="0"/>
              </a:defRPr>
            </a:lvl1pPr>
          </a:lstStyle>
          <a:p>
            <a:r>
              <a:rPr lang="zh-CN" altLang="en-US" dirty="0"/>
              <a:t>目录页面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>
          <a:xfrm>
            <a:off x="968794" y="1305115"/>
            <a:ext cx="10776347" cy="4343876"/>
          </a:xfrm>
          <a:prstGeom prst="rect">
            <a:avLst/>
          </a:prstGeom>
          <a:noFill/>
        </p:spPr>
        <p:txBody>
          <a:bodyPr/>
          <a:lstStyle>
            <a:lvl1pPr marL="360045" indent="-360045">
              <a:lnSpc>
                <a:spcPct val="150000"/>
              </a:lnSpc>
              <a:spcBef>
                <a:spcPts val="1260"/>
              </a:spcBef>
              <a:buFont typeface="+mj-lt"/>
              <a:buAutoNum type="arabicPeriod"/>
              <a:defRPr sz="2940">
                <a:solidFill>
                  <a:srgbClr val="6788B1"/>
                </a:solidFill>
                <a:latin typeface="Agency FB" panose="020B0503020202020204" pitchFamily="34" charset="0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观点页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Agency FB" panose="020B0503020202020204" pitchFamily="34" charset="0"/>
              </a:defRPr>
            </a:lvl1pPr>
          </a:lstStyle>
          <a:p>
            <a:r>
              <a:rPr lang="zh-CN" altLang="en-US" dirty="0"/>
              <a:t>观点</a:t>
            </a:r>
            <a:r>
              <a:rPr lang="en-US" altLang="zh-CN" dirty="0"/>
              <a:t>/</a:t>
            </a:r>
            <a:r>
              <a:rPr lang="zh-CN" altLang="en-US" dirty="0"/>
              <a:t>说明页面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0" y="978986"/>
            <a:ext cx="12801600" cy="1255281"/>
          </a:xfrm>
          <a:prstGeom prst="rect">
            <a:avLst/>
          </a:prstGeom>
          <a:noFill/>
        </p:spPr>
        <p:txBody>
          <a:bodyPr lIns="540000" tIns="108000" rIns="540000">
            <a:spAutoFit/>
          </a:bodyPr>
          <a:lstStyle>
            <a:lvl1pPr marL="360045" indent="-360045">
              <a:lnSpc>
                <a:spcPct val="120000"/>
              </a:lnSpc>
              <a:spcBef>
                <a:spcPts val="630"/>
              </a:spcBef>
              <a:buFont typeface="+mj-lt"/>
              <a:buAutoNum type="arabicPeriod"/>
              <a:defRPr sz="1890" b="0">
                <a:solidFill>
                  <a:schemeClr val="tx1">
                    <a:lumMod val="50000"/>
                    <a:lumOff val="50000"/>
                  </a:schemeClr>
                </a:solidFill>
                <a:latin typeface="Agency FB" panose="020B0503020202020204" pitchFamily="34" charset="0"/>
              </a:defRPr>
            </a:lvl1pPr>
            <a:lvl2pPr marL="840105" indent="-360045">
              <a:lnSpc>
                <a:spcPct val="120000"/>
              </a:lnSpc>
              <a:spcBef>
                <a:spcPts val="630"/>
              </a:spcBef>
              <a:buFont typeface="+mj-lt"/>
              <a:buAutoNum type="arabicPeriod"/>
              <a:defRPr sz="1680" b="0">
                <a:solidFill>
                  <a:schemeClr val="tx1">
                    <a:lumMod val="50000"/>
                    <a:lumOff val="50000"/>
                  </a:schemeClr>
                </a:solidFill>
                <a:latin typeface="Agency FB" panose="020B0503020202020204" pitchFamily="34" charset="0"/>
              </a:defRPr>
            </a:lvl2pPr>
            <a:lvl3pPr>
              <a:lnSpc>
                <a:spcPct val="120000"/>
              </a:lnSpc>
              <a:spcBef>
                <a:spcPts val="630"/>
              </a:spcBef>
              <a:buFont typeface="+mj-lt"/>
              <a:buAutoNum type="arabicPeriod"/>
              <a:defRPr sz="1470" b="0">
                <a:solidFill>
                  <a:schemeClr val="tx1">
                    <a:lumMod val="50000"/>
                    <a:lumOff val="50000"/>
                  </a:schemeClr>
                </a:solidFill>
                <a:latin typeface="Agency FB" panose="020B0503020202020204" pitchFamily="34" charset="0"/>
              </a:defRPr>
            </a:lvl3pPr>
            <a:lvl4pPr marL="1440180" indent="0">
              <a:buNone/>
              <a:defRPr sz="1155"/>
            </a:lvl4pPr>
            <a:lvl5pPr marL="1920240" indent="0">
              <a:buNone/>
              <a:defRPr sz="1155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内容页面_白色版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sz="2940" b="1">
                <a:latin typeface="Agency FB" panose="020B0503020202020204" pitchFamily="34" charset="0"/>
              </a:defRPr>
            </a:lvl1pPr>
          </a:lstStyle>
          <a:p>
            <a:r>
              <a:rPr lang="zh-CN" altLang="en-US" dirty="0"/>
              <a:t>内容页面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0" y="997282"/>
            <a:ext cx="12801600" cy="1203753"/>
          </a:xfrm>
          <a:prstGeom prst="rect">
            <a:avLst/>
          </a:prstGeom>
          <a:noFill/>
        </p:spPr>
        <p:txBody>
          <a:bodyPr lIns="396000" tIns="144000" rIns="540000" bIns="144000">
            <a:spAutoFit/>
          </a:bodyPr>
          <a:lstStyle>
            <a:lvl1pPr>
              <a:lnSpc>
                <a:spcPct val="120000"/>
              </a:lnSpc>
              <a:defRPr sz="1470">
                <a:solidFill>
                  <a:schemeClr val="tx1">
                    <a:lumMod val="50000"/>
                    <a:lumOff val="50000"/>
                  </a:schemeClr>
                </a:solidFill>
                <a:latin typeface="Agency FB" panose="020B0503020202020204" pitchFamily="34" charset="0"/>
              </a:defRPr>
            </a:lvl1pPr>
            <a:lvl2pPr>
              <a:lnSpc>
                <a:spcPct val="120000"/>
              </a:lnSpc>
              <a:defRPr sz="1260">
                <a:solidFill>
                  <a:schemeClr val="tx1">
                    <a:lumMod val="50000"/>
                    <a:lumOff val="50000"/>
                  </a:schemeClr>
                </a:solidFill>
                <a:latin typeface="Agency FB" panose="020B0503020202020204" pitchFamily="34" charset="0"/>
              </a:defRPr>
            </a:lvl2pPr>
            <a:lvl3pPr>
              <a:lnSpc>
                <a:spcPct val="120000"/>
              </a:lnSpc>
              <a:defRPr sz="1155">
                <a:solidFill>
                  <a:schemeClr val="tx1">
                    <a:lumMod val="50000"/>
                    <a:lumOff val="50000"/>
                  </a:schemeClr>
                </a:solidFill>
                <a:latin typeface="Agency FB" panose="020B0503020202020204" pitchFamily="34" charset="0"/>
              </a:defRPr>
            </a:lvl3pPr>
            <a:lvl4pPr marL="1440180" indent="0">
              <a:buNone/>
              <a:defRPr sz="1155"/>
            </a:lvl4pPr>
            <a:lvl5pPr marL="1920240" indent="0">
              <a:buNone/>
              <a:defRPr sz="1155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</p:txBody>
      </p:sp>
    </p:spTree>
  </p:cSld>
  <p:clrMapOvr>
    <a:masterClrMapping/>
  </p:clrMapOvr>
  <p:hf hdr="0" ftr="0" dt="0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附录页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Agency FB" panose="020B0503020202020204" pitchFamily="34" charset="0"/>
              </a:defRPr>
            </a:lvl1pPr>
          </a:lstStyle>
          <a:p>
            <a:r>
              <a:rPr lang="en-US" altLang="zh-CN" dirty="0"/>
              <a:t>Appendix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>
          <a:xfrm>
            <a:off x="968794" y="1305115"/>
            <a:ext cx="10776347" cy="4343876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spcBef>
                <a:spcPts val="1260"/>
              </a:spcBef>
              <a:buFont typeface="+mj-lt"/>
              <a:buAutoNum type="arabicPeriod"/>
              <a:defRPr sz="2940">
                <a:solidFill>
                  <a:srgbClr val="6788B1"/>
                </a:solidFill>
                <a:latin typeface="Agency FB" panose="020B0503020202020204" pitchFamily="34" charset="0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封面页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bg>
      <p:bgPr>
        <a:pattFill prst="openDmnd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80110" y="172261"/>
            <a:ext cx="11041380" cy="696754"/>
          </a:xfrm>
        </p:spPr>
        <p:txBody>
          <a:bodyPr>
            <a:normAutofit/>
          </a:bodyPr>
          <a:lstStyle>
            <a:lvl1pPr algn="ctr">
              <a:defRPr sz="3920" b="1">
                <a:solidFill>
                  <a:srgbClr val="445D73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2"/>
          <p:cNvSpPr>
            <a:spLocks noGrp="1"/>
          </p:cNvSpPr>
          <p:nvPr>
            <p:ph idx="1"/>
          </p:nvPr>
        </p:nvSpPr>
        <p:spPr>
          <a:xfrm>
            <a:off x="640081" y="1037630"/>
            <a:ext cx="11521440" cy="5443200"/>
          </a:xfrm>
          <a:prstGeom prst="rect">
            <a:avLst/>
          </a:prstGeom>
        </p:spPr>
        <p:txBody>
          <a:bodyPr lIns="76179" tIns="38089" rIns="76179" bIns="38089"/>
          <a:lstStyle>
            <a:lvl1pPr>
              <a:defRPr sz="2015">
                <a:latin typeface="+mj-ea"/>
                <a:ea typeface="+mj-ea"/>
              </a:defRPr>
            </a:lvl1pPr>
            <a:lvl2pPr>
              <a:defRPr sz="2015">
                <a:latin typeface="+mj-ea"/>
                <a:ea typeface="+mj-ea"/>
              </a:defRPr>
            </a:lvl2pPr>
            <a:lvl3pPr>
              <a:defRPr sz="1765">
                <a:latin typeface="+mj-ea"/>
                <a:ea typeface="+mj-ea"/>
              </a:defRPr>
            </a:lvl3pPr>
            <a:lvl4pPr>
              <a:defRPr sz="1765">
                <a:latin typeface="+mj-ea"/>
                <a:ea typeface="+mj-ea"/>
              </a:defRPr>
            </a:lvl4pPr>
            <a:lvl5pPr>
              <a:defRPr sz="1765">
                <a:latin typeface="+mj-ea"/>
                <a:ea typeface="+mj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9" name="Rectangle 9"/>
          <p:cNvSpPr txBox="1">
            <a:spLocks noChangeArrowheads="1"/>
          </p:cNvSpPr>
          <p:nvPr userDrawn="1"/>
        </p:nvSpPr>
        <p:spPr>
          <a:xfrm>
            <a:off x="9829286" y="6868736"/>
            <a:ext cx="2985760" cy="501431"/>
          </a:xfrm>
          <a:prstGeom prst="rect">
            <a:avLst/>
          </a:prstGeom>
        </p:spPr>
        <p:txBody>
          <a:bodyPr lIns="95986" tIns="47992" rIns="95986" bIns="47992"/>
          <a:lstStyle>
            <a:lvl1pPr>
              <a:defRPr/>
            </a:lvl1pPr>
          </a:lstStyle>
          <a:p>
            <a:pPr algn="r" defTabSz="960120">
              <a:defRPr/>
            </a:pPr>
            <a:endParaRPr lang="en-US" altLang="zh-CN" sz="151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标题 1"/>
          <p:cNvSpPr>
            <a:spLocks noGrp="1"/>
          </p:cNvSpPr>
          <p:nvPr>
            <p:ph type="title"/>
          </p:nvPr>
        </p:nvSpPr>
        <p:spPr>
          <a:xfrm>
            <a:off x="640081" y="288370"/>
            <a:ext cx="11521440" cy="611725"/>
          </a:xfrm>
          <a:prstGeom prst="rect">
            <a:avLst/>
          </a:prstGeom>
        </p:spPr>
        <p:txBody>
          <a:bodyPr lIns="91429" tIns="45715" rIns="91429" bIns="45715" anchor="ctr" anchorCtr="0"/>
          <a:lstStyle>
            <a:lvl1pPr algn="l">
              <a:defRPr sz="3025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10" name="Line 11"/>
          <p:cNvSpPr>
            <a:spLocks noChangeShapeType="1"/>
          </p:cNvSpPr>
          <p:nvPr userDrawn="1"/>
        </p:nvSpPr>
        <p:spPr bwMode="auto">
          <a:xfrm>
            <a:off x="640081" y="1060008"/>
            <a:ext cx="11521440" cy="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</a:ln>
          <a:effectLst/>
        </p:spPr>
        <p:txBody>
          <a:bodyPr lIns="115201" tIns="57601" rIns="115201" bIns="57601"/>
          <a:lstStyle/>
          <a:p>
            <a:pPr defTabSz="1151890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227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文本占位符 11"/>
          <p:cNvSpPr>
            <a:spLocks noGrp="1"/>
          </p:cNvSpPr>
          <p:nvPr>
            <p:ph type="body" sz="quarter" idx="10" hasCustomPrompt="1"/>
          </p:nvPr>
        </p:nvSpPr>
        <p:spPr>
          <a:xfrm>
            <a:off x="640086" y="6790965"/>
            <a:ext cx="8885863" cy="334169"/>
          </a:xfrm>
          <a:prstGeom prst="rect">
            <a:avLst/>
          </a:prstGeom>
        </p:spPr>
        <p:txBody>
          <a:bodyPr lIns="76179" tIns="38089" rIns="76179" bIns="38089" anchor="ctr"/>
          <a:lstStyle>
            <a:lvl1pPr marL="0" indent="0">
              <a:buNone/>
              <a:defRPr kumimoji="0" lang="zh-CN" altLang="en-US" sz="126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defRPr>
            </a:lvl1pPr>
          </a:lstStyle>
          <a:p>
            <a:pPr lvl="0"/>
            <a:r>
              <a:rPr lang="zh-CN" altLang="en-US" dirty="0"/>
              <a:t>数据来源：</a:t>
            </a:r>
          </a:p>
        </p:txBody>
      </p:sp>
    </p:spTree>
  </p:cSld>
  <p:clrMapOvr>
    <a:masterClrMapping/>
  </p:clrMapOvr>
  <p:transition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2"/>
          <p:cNvSpPr>
            <a:spLocks noChangeArrowheads="1"/>
          </p:cNvSpPr>
          <p:nvPr userDrawn="1"/>
        </p:nvSpPr>
        <p:spPr bwMode="auto">
          <a:xfrm>
            <a:off x="1" y="0"/>
            <a:ext cx="12801600" cy="1029764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2270">
              <a:solidFill>
                <a:prstClr val="black"/>
              </a:solidFill>
              <a:latin typeface="Arial" panose="020B0604020202020204"/>
              <a:ea typeface="宋体" pitchFamily="2" charset="-122"/>
            </a:endParaRPr>
          </a:p>
        </p:txBody>
      </p:sp>
      <p:sp>
        <p:nvSpPr>
          <p:cNvPr id="4" name="标题 1"/>
          <p:cNvSpPr>
            <a:spLocks noGrp="1"/>
          </p:cNvSpPr>
          <p:nvPr userDrawn="1">
            <p:ph type="title" idx="4294967295"/>
          </p:nvPr>
        </p:nvSpPr>
        <p:spPr>
          <a:xfrm>
            <a:off x="90" y="-28752"/>
            <a:ext cx="9899769" cy="756084"/>
          </a:xfrm>
          <a:prstGeom prst="rect">
            <a:avLst/>
          </a:prstGeom>
        </p:spPr>
        <p:txBody>
          <a:bodyPr/>
          <a:lstStyle>
            <a:lvl1pPr>
              <a:defRPr>
                <a:latin typeface="+mn-ea"/>
                <a:ea typeface="+mn-ea"/>
              </a:defRPr>
            </a:lvl1pPr>
          </a:lstStyle>
          <a:p>
            <a:pPr algn="l"/>
            <a:endParaRPr lang="zh-CN" altLang="en-US" sz="353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2"/>
          <p:cNvSpPr>
            <a:spLocks noGrp="1"/>
          </p:cNvSpPr>
          <p:nvPr>
            <p:ph idx="1"/>
          </p:nvPr>
        </p:nvSpPr>
        <p:spPr>
          <a:xfrm>
            <a:off x="640081" y="1037629"/>
            <a:ext cx="11521440" cy="5661285"/>
          </a:xfrm>
          <a:prstGeom prst="rect">
            <a:avLst/>
          </a:prstGeom>
        </p:spPr>
        <p:txBody>
          <a:bodyPr lIns="91429" tIns="45715" rIns="91429" bIns="45715"/>
          <a:lstStyle>
            <a:lvl1pPr>
              <a:lnSpc>
                <a:spcPct val="120000"/>
              </a:lnSpc>
              <a:spcBef>
                <a:spcPts val="680"/>
              </a:spcBef>
              <a:spcAft>
                <a:spcPts val="680"/>
              </a:spcAft>
              <a:defRPr sz="2040" baseline="0"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lnSpc>
                <a:spcPct val="120000"/>
              </a:lnSpc>
              <a:spcBef>
                <a:spcPts val="680"/>
              </a:spcBef>
              <a:spcAft>
                <a:spcPts val="680"/>
              </a:spcAft>
              <a:defRPr sz="1815" baseline="0"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lnSpc>
                <a:spcPct val="120000"/>
              </a:lnSpc>
              <a:spcBef>
                <a:spcPts val="680"/>
              </a:spcBef>
              <a:spcAft>
                <a:spcPts val="680"/>
              </a:spcAft>
              <a:defRPr sz="1590" baseline="0"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lnSpc>
                <a:spcPct val="120000"/>
              </a:lnSpc>
              <a:spcBef>
                <a:spcPts val="680"/>
              </a:spcBef>
              <a:spcAft>
                <a:spcPts val="680"/>
              </a:spcAft>
              <a:defRPr sz="1360" baseline="0"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lnSpc>
                <a:spcPct val="120000"/>
              </a:lnSpc>
              <a:spcBef>
                <a:spcPts val="680"/>
              </a:spcBef>
              <a:spcAft>
                <a:spcPts val="680"/>
              </a:spcAft>
              <a:defRPr sz="1245" baseline="0"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5" name="Line 11"/>
          <p:cNvSpPr>
            <a:spLocks noChangeShapeType="1"/>
          </p:cNvSpPr>
          <p:nvPr userDrawn="1"/>
        </p:nvSpPr>
        <p:spPr bwMode="auto">
          <a:xfrm>
            <a:off x="640081" y="1060008"/>
            <a:ext cx="11521440" cy="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</a:ln>
          <a:effectLst/>
        </p:spPr>
        <p:txBody>
          <a:bodyPr lIns="103680" tIns="51842" rIns="103680" bIns="51842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204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占位符 11"/>
          <p:cNvSpPr>
            <a:spLocks noGrp="1"/>
          </p:cNvSpPr>
          <p:nvPr>
            <p:ph type="body" sz="quarter" idx="10" hasCustomPrompt="1"/>
          </p:nvPr>
        </p:nvSpPr>
        <p:spPr>
          <a:xfrm>
            <a:off x="640086" y="6824877"/>
            <a:ext cx="6200775" cy="288036"/>
          </a:xfrm>
          <a:prstGeom prst="rect">
            <a:avLst/>
          </a:prstGeom>
        </p:spPr>
        <p:txBody>
          <a:bodyPr lIns="76179" tIns="38089" rIns="76179" bIns="38089" anchor="ctr"/>
          <a:lstStyle>
            <a:lvl1pPr>
              <a:buNone/>
              <a:defRPr kumimoji="0" lang="zh-CN" altLang="en-US" sz="1135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zh-CN" altLang="en-US" dirty="0"/>
              <a:t>数据来源：</a:t>
            </a:r>
          </a:p>
        </p:txBody>
      </p:sp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640080" y="250032"/>
            <a:ext cx="11506958" cy="505064"/>
          </a:xfrm>
          <a:prstGeom prst="rect">
            <a:avLst/>
          </a:prstGeo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页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sz="2940" b="1">
                <a:latin typeface="Agency FB" panose="020B0503020202020204" pitchFamily="34" charset="0"/>
              </a:defRPr>
            </a:lvl1pPr>
          </a:lstStyle>
          <a:p>
            <a:r>
              <a:rPr lang="zh-CN" altLang="en-US" dirty="0"/>
              <a:t>通用页面</a:t>
            </a:r>
          </a:p>
        </p:txBody>
      </p:sp>
    </p:spTree>
  </p:cSld>
  <p:clrMapOvr>
    <a:masterClrMapping/>
  </p:clrMapOvr>
  <p:hf hdr="0" ftr="0" dt="0"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目录页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Agency FB" panose="020B0503020202020204" pitchFamily="34" charset="0"/>
              </a:defRPr>
            </a:lvl1pPr>
          </a:lstStyle>
          <a:p>
            <a:r>
              <a:rPr lang="zh-CN" altLang="en-US" dirty="0"/>
              <a:t>目录页面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>
          <a:xfrm>
            <a:off x="968794" y="1305115"/>
            <a:ext cx="10776347" cy="4343876"/>
          </a:xfrm>
          <a:prstGeom prst="rect">
            <a:avLst/>
          </a:prstGeom>
          <a:noFill/>
        </p:spPr>
        <p:txBody>
          <a:bodyPr/>
          <a:lstStyle>
            <a:lvl1pPr marL="360045" indent="-360045">
              <a:lnSpc>
                <a:spcPct val="150000"/>
              </a:lnSpc>
              <a:spcBef>
                <a:spcPts val="1260"/>
              </a:spcBef>
              <a:buFont typeface="+mj-lt"/>
              <a:buAutoNum type="arabicPeriod"/>
              <a:defRPr sz="2940">
                <a:solidFill>
                  <a:srgbClr val="6788B1"/>
                </a:solidFill>
                <a:latin typeface="Agency FB" panose="020B0503020202020204" pitchFamily="34" charset="0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观点页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Agency FB" panose="020B0503020202020204" pitchFamily="34" charset="0"/>
              </a:defRPr>
            </a:lvl1pPr>
          </a:lstStyle>
          <a:p>
            <a:r>
              <a:rPr lang="zh-CN" altLang="en-US" dirty="0"/>
              <a:t>观点</a:t>
            </a:r>
            <a:r>
              <a:rPr lang="en-US" altLang="zh-CN" dirty="0"/>
              <a:t>/</a:t>
            </a:r>
            <a:r>
              <a:rPr lang="zh-CN" altLang="en-US" dirty="0"/>
              <a:t>说明页面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0" y="978986"/>
            <a:ext cx="12801600" cy="1255281"/>
          </a:xfrm>
          <a:prstGeom prst="rect">
            <a:avLst/>
          </a:prstGeom>
          <a:noFill/>
        </p:spPr>
        <p:txBody>
          <a:bodyPr lIns="540000" tIns="108000" rIns="540000">
            <a:spAutoFit/>
          </a:bodyPr>
          <a:lstStyle>
            <a:lvl1pPr marL="360045" indent="-360045">
              <a:lnSpc>
                <a:spcPct val="120000"/>
              </a:lnSpc>
              <a:spcBef>
                <a:spcPts val="630"/>
              </a:spcBef>
              <a:buFont typeface="+mj-lt"/>
              <a:buAutoNum type="arabicPeriod"/>
              <a:defRPr sz="1890" b="0">
                <a:solidFill>
                  <a:schemeClr val="tx1">
                    <a:lumMod val="50000"/>
                    <a:lumOff val="50000"/>
                  </a:schemeClr>
                </a:solidFill>
                <a:latin typeface="Agency FB" panose="020B0503020202020204" pitchFamily="34" charset="0"/>
              </a:defRPr>
            </a:lvl1pPr>
            <a:lvl2pPr marL="840105" indent="-360045">
              <a:lnSpc>
                <a:spcPct val="120000"/>
              </a:lnSpc>
              <a:spcBef>
                <a:spcPts val="630"/>
              </a:spcBef>
              <a:buFont typeface="+mj-lt"/>
              <a:buAutoNum type="arabicPeriod"/>
              <a:defRPr sz="1680" b="0">
                <a:solidFill>
                  <a:schemeClr val="tx1">
                    <a:lumMod val="50000"/>
                    <a:lumOff val="50000"/>
                  </a:schemeClr>
                </a:solidFill>
                <a:latin typeface="Agency FB" panose="020B0503020202020204" pitchFamily="34" charset="0"/>
              </a:defRPr>
            </a:lvl2pPr>
            <a:lvl3pPr>
              <a:lnSpc>
                <a:spcPct val="120000"/>
              </a:lnSpc>
              <a:spcBef>
                <a:spcPts val="630"/>
              </a:spcBef>
              <a:buFont typeface="+mj-lt"/>
              <a:buAutoNum type="arabicPeriod"/>
              <a:defRPr sz="1470" b="0">
                <a:solidFill>
                  <a:schemeClr val="tx1">
                    <a:lumMod val="50000"/>
                    <a:lumOff val="50000"/>
                  </a:schemeClr>
                </a:solidFill>
                <a:latin typeface="Agency FB" panose="020B0503020202020204" pitchFamily="34" charset="0"/>
              </a:defRPr>
            </a:lvl3pPr>
            <a:lvl4pPr marL="1440180" indent="0">
              <a:buNone/>
              <a:defRPr sz="1155"/>
            </a:lvl4pPr>
            <a:lvl5pPr marL="1920240" indent="0">
              <a:buNone/>
              <a:defRPr sz="1155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内容页面_白色版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sz="2940" b="1">
                <a:latin typeface="Agency FB" panose="020B0503020202020204" pitchFamily="34" charset="0"/>
              </a:defRPr>
            </a:lvl1pPr>
          </a:lstStyle>
          <a:p>
            <a:r>
              <a:rPr lang="zh-CN" altLang="en-US" dirty="0"/>
              <a:t>内容页面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0" y="997282"/>
            <a:ext cx="12801600" cy="1143418"/>
          </a:xfrm>
          <a:prstGeom prst="rect">
            <a:avLst/>
          </a:prstGeom>
          <a:noFill/>
        </p:spPr>
        <p:txBody>
          <a:bodyPr lIns="396000" tIns="144000" rIns="540000" bIns="144000">
            <a:spAutoFit/>
          </a:bodyPr>
          <a:lstStyle>
            <a:lvl1pPr>
              <a:lnSpc>
                <a:spcPct val="120000"/>
              </a:lnSpc>
              <a:defRPr sz="1470">
                <a:solidFill>
                  <a:schemeClr val="tx1">
                    <a:lumMod val="50000"/>
                    <a:lumOff val="50000"/>
                  </a:schemeClr>
                </a:solidFill>
                <a:latin typeface="Agency FB" panose="020B0503020202020204" pitchFamily="34" charset="0"/>
              </a:defRPr>
            </a:lvl1pPr>
            <a:lvl2pPr>
              <a:lnSpc>
                <a:spcPct val="120000"/>
              </a:lnSpc>
              <a:defRPr sz="1260">
                <a:solidFill>
                  <a:schemeClr val="tx1">
                    <a:lumMod val="50000"/>
                    <a:lumOff val="50000"/>
                  </a:schemeClr>
                </a:solidFill>
                <a:latin typeface="Agency FB" panose="020B0503020202020204" pitchFamily="34" charset="0"/>
              </a:defRPr>
            </a:lvl2pPr>
            <a:lvl3pPr>
              <a:lnSpc>
                <a:spcPct val="120000"/>
              </a:lnSpc>
              <a:defRPr sz="1155">
                <a:solidFill>
                  <a:schemeClr val="tx1">
                    <a:lumMod val="50000"/>
                    <a:lumOff val="50000"/>
                  </a:schemeClr>
                </a:solidFill>
                <a:latin typeface="Agency FB" panose="020B0503020202020204" pitchFamily="34" charset="0"/>
              </a:defRPr>
            </a:lvl3pPr>
            <a:lvl4pPr marL="1440180" indent="0">
              <a:buNone/>
              <a:defRPr sz="1155"/>
            </a:lvl4pPr>
            <a:lvl5pPr marL="1920240" indent="0">
              <a:buNone/>
              <a:defRPr sz="1155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</p:txBody>
      </p:sp>
    </p:spTree>
  </p:cSld>
  <p:clrMapOvr>
    <a:masterClrMapping/>
  </p:clrMapOvr>
  <p:hf hdr="0" ftr="0" dt="0"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附录页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Agency FB" panose="020B0503020202020204" pitchFamily="34" charset="0"/>
              </a:defRPr>
            </a:lvl1pPr>
          </a:lstStyle>
          <a:p>
            <a:r>
              <a:rPr lang="en-US" altLang="zh-CN" dirty="0"/>
              <a:t>Appendix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>
          <a:xfrm>
            <a:off x="968794" y="1305115"/>
            <a:ext cx="10776347" cy="4343876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spcBef>
                <a:spcPts val="1260"/>
              </a:spcBef>
              <a:buFont typeface="+mj-lt"/>
              <a:buAutoNum type="arabicPeriod"/>
              <a:defRPr sz="2940">
                <a:solidFill>
                  <a:srgbClr val="6788B1"/>
                </a:solidFill>
                <a:latin typeface="Agency FB" panose="020B0503020202020204" pitchFamily="34" charset="0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封面页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bg>
      <p:bgPr>
        <a:pattFill prst="openDmnd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80110" y="172261"/>
            <a:ext cx="11041380" cy="696754"/>
          </a:xfrm>
        </p:spPr>
        <p:txBody>
          <a:bodyPr>
            <a:normAutofit/>
          </a:bodyPr>
          <a:lstStyle>
            <a:lvl1pPr algn="ctr">
              <a:defRPr sz="3920" b="1">
                <a:solidFill>
                  <a:srgbClr val="445D73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2"/>
          <p:cNvSpPr>
            <a:spLocks noGrp="1"/>
          </p:cNvSpPr>
          <p:nvPr>
            <p:ph idx="1"/>
          </p:nvPr>
        </p:nvSpPr>
        <p:spPr>
          <a:xfrm>
            <a:off x="640081" y="1037630"/>
            <a:ext cx="11521440" cy="5443200"/>
          </a:xfrm>
          <a:prstGeom prst="rect">
            <a:avLst/>
          </a:prstGeom>
        </p:spPr>
        <p:txBody>
          <a:bodyPr lIns="76179" tIns="38089" rIns="76179" bIns="38089"/>
          <a:lstStyle>
            <a:lvl1pPr>
              <a:defRPr sz="2015">
                <a:latin typeface="+mj-ea"/>
                <a:ea typeface="+mj-ea"/>
              </a:defRPr>
            </a:lvl1pPr>
            <a:lvl2pPr>
              <a:defRPr sz="2015">
                <a:latin typeface="+mj-ea"/>
                <a:ea typeface="+mj-ea"/>
              </a:defRPr>
            </a:lvl2pPr>
            <a:lvl3pPr>
              <a:defRPr sz="1765">
                <a:latin typeface="+mj-ea"/>
                <a:ea typeface="+mj-ea"/>
              </a:defRPr>
            </a:lvl3pPr>
            <a:lvl4pPr>
              <a:defRPr sz="1765">
                <a:latin typeface="+mj-ea"/>
                <a:ea typeface="+mj-ea"/>
              </a:defRPr>
            </a:lvl4pPr>
            <a:lvl5pPr>
              <a:defRPr sz="1765">
                <a:latin typeface="+mj-ea"/>
                <a:ea typeface="+mj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9" name="Rectangle 9"/>
          <p:cNvSpPr txBox="1">
            <a:spLocks noChangeArrowheads="1"/>
          </p:cNvSpPr>
          <p:nvPr userDrawn="1"/>
        </p:nvSpPr>
        <p:spPr>
          <a:xfrm>
            <a:off x="9829286" y="6868736"/>
            <a:ext cx="2985760" cy="501431"/>
          </a:xfrm>
          <a:prstGeom prst="rect">
            <a:avLst/>
          </a:prstGeom>
        </p:spPr>
        <p:txBody>
          <a:bodyPr lIns="95986" tIns="47992" rIns="95986" bIns="47992"/>
          <a:lstStyle>
            <a:lvl1pPr>
              <a:defRPr/>
            </a:lvl1pPr>
          </a:lstStyle>
          <a:p>
            <a:pPr algn="r" defTabSz="96012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 sz="151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标题 1"/>
          <p:cNvSpPr>
            <a:spLocks noGrp="1"/>
          </p:cNvSpPr>
          <p:nvPr>
            <p:ph type="title"/>
          </p:nvPr>
        </p:nvSpPr>
        <p:spPr>
          <a:xfrm>
            <a:off x="640081" y="288370"/>
            <a:ext cx="11521440" cy="611725"/>
          </a:xfrm>
          <a:prstGeom prst="rect">
            <a:avLst/>
          </a:prstGeom>
        </p:spPr>
        <p:txBody>
          <a:bodyPr lIns="91429" tIns="45715" rIns="91429" bIns="45715" anchor="ctr" anchorCtr="0"/>
          <a:lstStyle>
            <a:lvl1pPr algn="l">
              <a:defRPr sz="3025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10" name="Line 11"/>
          <p:cNvSpPr>
            <a:spLocks noChangeShapeType="1"/>
          </p:cNvSpPr>
          <p:nvPr userDrawn="1"/>
        </p:nvSpPr>
        <p:spPr bwMode="auto">
          <a:xfrm>
            <a:off x="640081" y="1060008"/>
            <a:ext cx="11521440" cy="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</a:ln>
          <a:effectLst/>
        </p:spPr>
        <p:txBody>
          <a:bodyPr lIns="115201" tIns="57601" rIns="115201" bIns="57601"/>
          <a:lstStyle/>
          <a:p>
            <a:pPr defTabSz="1151890">
              <a:defRPr/>
            </a:pPr>
            <a:endParaRPr lang="zh-CN" altLang="en-US" sz="227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文本占位符 11"/>
          <p:cNvSpPr>
            <a:spLocks noGrp="1"/>
          </p:cNvSpPr>
          <p:nvPr>
            <p:ph type="body" sz="quarter" idx="10" hasCustomPrompt="1"/>
          </p:nvPr>
        </p:nvSpPr>
        <p:spPr>
          <a:xfrm>
            <a:off x="640086" y="6790965"/>
            <a:ext cx="8885863" cy="334169"/>
          </a:xfrm>
          <a:prstGeom prst="rect">
            <a:avLst/>
          </a:prstGeom>
        </p:spPr>
        <p:txBody>
          <a:bodyPr lIns="76179" tIns="38089" rIns="76179" bIns="38089" anchor="ctr"/>
          <a:lstStyle>
            <a:lvl1pPr marL="0" indent="0">
              <a:buNone/>
              <a:defRPr kumimoji="0" lang="zh-CN" altLang="en-US" sz="126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defRPr>
            </a:lvl1pPr>
          </a:lstStyle>
          <a:p>
            <a:pPr lvl="0"/>
            <a:r>
              <a:rPr lang="zh-CN" altLang="en-US" dirty="0"/>
              <a:t>数据来源：</a:t>
            </a:r>
          </a:p>
        </p:txBody>
      </p:sp>
    </p:spTree>
  </p:cSld>
  <p:clrMapOvr>
    <a:masterClrMapping/>
  </p:clrMapOvr>
  <p:transition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2"/>
          <p:cNvSpPr>
            <a:spLocks noChangeArrowheads="1"/>
          </p:cNvSpPr>
          <p:nvPr userDrawn="1"/>
        </p:nvSpPr>
        <p:spPr bwMode="auto">
          <a:xfrm>
            <a:off x="1" y="0"/>
            <a:ext cx="12801600" cy="1029764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 sz="2270">
              <a:solidFill>
                <a:prstClr val="black"/>
              </a:solidFill>
              <a:ea typeface="宋体" pitchFamily="2" charset="-122"/>
            </a:endParaRPr>
          </a:p>
        </p:txBody>
      </p:sp>
      <p:sp>
        <p:nvSpPr>
          <p:cNvPr id="4" name="标题 1"/>
          <p:cNvSpPr>
            <a:spLocks noGrp="1"/>
          </p:cNvSpPr>
          <p:nvPr userDrawn="1">
            <p:ph type="title" idx="4294967295"/>
          </p:nvPr>
        </p:nvSpPr>
        <p:spPr>
          <a:xfrm>
            <a:off x="90" y="-28752"/>
            <a:ext cx="9899769" cy="756084"/>
          </a:xfrm>
          <a:prstGeom prst="rect">
            <a:avLst/>
          </a:prstGeom>
        </p:spPr>
        <p:txBody>
          <a:bodyPr/>
          <a:lstStyle>
            <a:lvl1pPr>
              <a:defRPr>
                <a:latin typeface="+mn-ea"/>
                <a:ea typeface="+mn-ea"/>
              </a:defRPr>
            </a:lvl1pPr>
          </a:lstStyle>
          <a:p>
            <a:pPr algn="l"/>
            <a:endParaRPr lang="zh-CN" altLang="en-US" sz="353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2"/>
          <p:cNvSpPr>
            <a:spLocks noGrp="1"/>
          </p:cNvSpPr>
          <p:nvPr>
            <p:ph idx="1"/>
          </p:nvPr>
        </p:nvSpPr>
        <p:spPr>
          <a:xfrm>
            <a:off x="640081" y="1037629"/>
            <a:ext cx="11521440" cy="5661285"/>
          </a:xfrm>
          <a:prstGeom prst="rect">
            <a:avLst/>
          </a:prstGeom>
        </p:spPr>
        <p:txBody>
          <a:bodyPr lIns="91429" tIns="45715" rIns="91429" bIns="45715"/>
          <a:lstStyle>
            <a:lvl1pPr>
              <a:lnSpc>
                <a:spcPct val="120000"/>
              </a:lnSpc>
              <a:spcBef>
                <a:spcPts val="680"/>
              </a:spcBef>
              <a:spcAft>
                <a:spcPts val="680"/>
              </a:spcAft>
              <a:defRPr sz="2040" baseline="0"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lnSpc>
                <a:spcPct val="120000"/>
              </a:lnSpc>
              <a:spcBef>
                <a:spcPts val="680"/>
              </a:spcBef>
              <a:spcAft>
                <a:spcPts val="680"/>
              </a:spcAft>
              <a:defRPr sz="1815" baseline="0"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lnSpc>
                <a:spcPct val="120000"/>
              </a:lnSpc>
              <a:spcBef>
                <a:spcPts val="680"/>
              </a:spcBef>
              <a:spcAft>
                <a:spcPts val="680"/>
              </a:spcAft>
              <a:defRPr sz="1590" baseline="0"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lnSpc>
                <a:spcPct val="120000"/>
              </a:lnSpc>
              <a:spcBef>
                <a:spcPts val="680"/>
              </a:spcBef>
              <a:spcAft>
                <a:spcPts val="680"/>
              </a:spcAft>
              <a:defRPr sz="1360" baseline="0"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lnSpc>
                <a:spcPct val="120000"/>
              </a:lnSpc>
              <a:spcBef>
                <a:spcPts val="680"/>
              </a:spcBef>
              <a:spcAft>
                <a:spcPts val="680"/>
              </a:spcAft>
              <a:defRPr sz="1245" baseline="0"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5" name="Line 11"/>
          <p:cNvSpPr>
            <a:spLocks noChangeShapeType="1"/>
          </p:cNvSpPr>
          <p:nvPr userDrawn="1"/>
        </p:nvSpPr>
        <p:spPr bwMode="auto">
          <a:xfrm>
            <a:off x="640081" y="1060008"/>
            <a:ext cx="11521440" cy="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</a:ln>
          <a:effectLst/>
        </p:spPr>
        <p:txBody>
          <a:bodyPr lIns="103680" tIns="51842" rIns="103680" bIns="51842"/>
          <a:lstStyle/>
          <a:p>
            <a:pPr>
              <a:defRPr/>
            </a:pPr>
            <a:endParaRPr lang="zh-CN" altLang="en-US" sz="204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占位符 11"/>
          <p:cNvSpPr>
            <a:spLocks noGrp="1"/>
          </p:cNvSpPr>
          <p:nvPr>
            <p:ph type="body" sz="quarter" idx="10" hasCustomPrompt="1"/>
          </p:nvPr>
        </p:nvSpPr>
        <p:spPr>
          <a:xfrm>
            <a:off x="640086" y="6824877"/>
            <a:ext cx="6200775" cy="288036"/>
          </a:xfrm>
          <a:prstGeom prst="rect">
            <a:avLst/>
          </a:prstGeom>
        </p:spPr>
        <p:txBody>
          <a:bodyPr lIns="76179" tIns="38089" rIns="76179" bIns="38089" anchor="ctr"/>
          <a:lstStyle>
            <a:lvl1pPr>
              <a:buNone/>
              <a:defRPr kumimoji="0" lang="zh-CN" altLang="en-US" sz="1135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zh-CN" altLang="en-US" dirty="0"/>
              <a:t>数据来源：</a:t>
            </a:r>
          </a:p>
        </p:txBody>
      </p:sp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640080" y="250032"/>
            <a:ext cx="11506958" cy="505064"/>
          </a:xfrm>
          <a:prstGeom prst="rect">
            <a:avLst/>
          </a:prstGeo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4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9.xml"/><Relationship Id="rId7" Type="http://schemas.openxmlformats.org/officeDocument/2006/relationships/slideLayout" Target="../slideLayouts/slideLayout13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0.xml"/><Relationship Id="rId9" Type="http://schemas.openxmlformats.org/officeDocument/2006/relationships/slideLayout" Target="../slideLayouts/slideLayout15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13" Type="http://schemas.openxmlformats.org/officeDocument/2006/relationships/oleObject" Target="../embeddings/oleObject1.bin"/><Relationship Id="rId3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4.xml"/><Relationship Id="rId12" Type="http://schemas.openxmlformats.org/officeDocument/2006/relationships/tags" Target="../tags/tag1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11" Type="http://schemas.openxmlformats.org/officeDocument/2006/relationships/theme" Target="../theme/theme5.xml"/><Relationship Id="rId5" Type="http://schemas.openxmlformats.org/officeDocument/2006/relationships/slideLayout" Target="../slideLayouts/slideLayout22.xml"/><Relationship Id="rId15" Type="http://schemas.openxmlformats.org/officeDocument/2006/relationships/image" Target="../media/image7.png"/><Relationship Id="rId10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Relationship Id="rId14" Type="http://schemas.openxmlformats.org/officeDocument/2006/relationships/image" Target="../media/image6.emf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5.xml"/><Relationship Id="rId13" Type="http://schemas.openxmlformats.org/officeDocument/2006/relationships/oleObject" Target="../embeddings/oleObject2.bin"/><Relationship Id="rId3" Type="http://schemas.openxmlformats.org/officeDocument/2006/relationships/slideLayout" Target="../slideLayouts/slideLayout30.xml"/><Relationship Id="rId7" Type="http://schemas.openxmlformats.org/officeDocument/2006/relationships/slideLayout" Target="../slideLayouts/slideLayout34.xml"/><Relationship Id="rId12" Type="http://schemas.openxmlformats.org/officeDocument/2006/relationships/tags" Target="../tags/tag2.xml"/><Relationship Id="rId2" Type="http://schemas.openxmlformats.org/officeDocument/2006/relationships/slideLayout" Target="../slideLayouts/slideLayout29.xml"/><Relationship Id="rId1" Type="http://schemas.openxmlformats.org/officeDocument/2006/relationships/slideLayout" Target="../slideLayouts/slideLayout28.xml"/><Relationship Id="rId6" Type="http://schemas.openxmlformats.org/officeDocument/2006/relationships/slideLayout" Target="../slideLayouts/slideLayout33.xml"/><Relationship Id="rId11" Type="http://schemas.openxmlformats.org/officeDocument/2006/relationships/theme" Target="../theme/theme6.xml"/><Relationship Id="rId5" Type="http://schemas.openxmlformats.org/officeDocument/2006/relationships/slideLayout" Target="../slideLayouts/slideLayout32.xml"/><Relationship Id="rId15" Type="http://schemas.openxmlformats.org/officeDocument/2006/relationships/image" Target="../media/image7.png"/><Relationship Id="rId10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6.xml"/><Relationship Id="rId14" Type="http://schemas.openxmlformats.org/officeDocument/2006/relationships/image" Target="../media/image6.emf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5.xml"/><Relationship Id="rId13" Type="http://schemas.openxmlformats.org/officeDocument/2006/relationships/oleObject" Target="../embeddings/oleObject3.bin"/><Relationship Id="rId3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4.xml"/><Relationship Id="rId12" Type="http://schemas.openxmlformats.org/officeDocument/2006/relationships/tags" Target="../tags/tag3.xml"/><Relationship Id="rId2" Type="http://schemas.openxmlformats.org/officeDocument/2006/relationships/slideLayout" Target="../slideLayouts/slideLayout39.xml"/><Relationship Id="rId1" Type="http://schemas.openxmlformats.org/officeDocument/2006/relationships/slideLayout" Target="../slideLayouts/slideLayout38.xml"/><Relationship Id="rId6" Type="http://schemas.openxmlformats.org/officeDocument/2006/relationships/slideLayout" Target="../slideLayouts/slideLayout43.xml"/><Relationship Id="rId11" Type="http://schemas.openxmlformats.org/officeDocument/2006/relationships/theme" Target="../theme/theme7.xml"/><Relationship Id="rId5" Type="http://schemas.openxmlformats.org/officeDocument/2006/relationships/slideLayout" Target="../slideLayouts/slideLayout42.xml"/><Relationship Id="rId15" Type="http://schemas.openxmlformats.org/officeDocument/2006/relationships/image" Target="../media/image7.png"/><Relationship Id="rId10" Type="http://schemas.openxmlformats.org/officeDocument/2006/relationships/slideLayout" Target="../slideLayouts/slideLayout47.xml"/><Relationship Id="rId4" Type="http://schemas.openxmlformats.org/officeDocument/2006/relationships/slideLayout" Target="../slideLayouts/slideLayout41.xml"/><Relationship Id="rId9" Type="http://schemas.openxmlformats.org/officeDocument/2006/relationships/slideLayout" Target="../slideLayouts/slideLayout46.xml"/><Relationship Id="rId14" Type="http://schemas.openxmlformats.org/officeDocument/2006/relationships/image" Target="../media/image6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376441" y="6552778"/>
            <a:ext cx="4053840" cy="38449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111301" tIns="55650" rIns="111301" bIns="55650" numCol="1" anchor="ctr" anchorCtr="0" compatLnSpc="1"/>
          <a:lstStyle>
            <a:lvl1pPr algn="ctr">
              <a:defRPr sz="1500">
                <a:solidFill>
                  <a:srgbClr val="898989"/>
                </a:solidFill>
                <a:ea typeface="黑体" pitchFamily="2" charset="-122"/>
              </a:defRPr>
            </a:lvl1pPr>
          </a:lstStyle>
          <a:p>
            <a:pPr>
              <a:defRPr/>
            </a:pPr>
            <a:endParaRPr lang="zh-CN" dirty="0"/>
          </a:p>
        </p:txBody>
      </p:sp>
      <p:sp>
        <p:nvSpPr>
          <p:cNvPr id="1030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1775643" y="6552778"/>
            <a:ext cx="875799" cy="38449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111301" tIns="55650" rIns="111301" bIns="55650" numCol="1" anchor="ctr" anchorCtr="0" compatLnSpc="1"/>
          <a:lstStyle>
            <a:lvl1pPr algn="r">
              <a:defRPr sz="1500">
                <a:solidFill>
                  <a:srgbClr val="898989"/>
                </a:solidFill>
                <a:ea typeface="黑体" pitchFamily="2" charset="-122"/>
              </a:defRPr>
            </a:lvl1pPr>
          </a:lstStyle>
          <a:p>
            <a:pPr>
              <a:defRPr/>
            </a:pPr>
            <a:fld id="{EF001FE3-3C56-4123-9DE4-EF0781CB24B0}" type="slidenum">
              <a:rPr lang="en-US" altLang="zh-CN"/>
              <a:t>‹#›</a:t>
            </a:fld>
            <a:endParaRPr lang="zh-CN"/>
          </a:p>
        </p:txBody>
      </p:sp>
      <p:grpSp>
        <p:nvGrpSpPr>
          <p:cNvPr id="2" name="组合 9"/>
          <p:cNvGrpSpPr/>
          <p:nvPr/>
        </p:nvGrpSpPr>
        <p:grpSpPr>
          <a:xfrm>
            <a:off x="1" y="7000882"/>
            <a:ext cx="12801600" cy="200025"/>
            <a:chOff x="0" y="7000875"/>
            <a:chExt cx="10190163" cy="200025"/>
          </a:xfrm>
        </p:grpSpPr>
        <p:sp>
          <p:nvSpPr>
            <p:cNvPr id="1034" name="Rectangle 83"/>
            <p:cNvSpPr>
              <a:spLocks noChangeArrowheads="1"/>
            </p:cNvSpPr>
            <p:nvPr/>
          </p:nvSpPr>
          <p:spPr bwMode="auto">
            <a:xfrm>
              <a:off x="3393183" y="7000875"/>
              <a:ext cx="6796980" cy="200025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</a:ln>
          </p:spPr>
          <p:txBody>
            <a:bodyPr wrap="none" anchor="ctr"/>
            <a:lstStyle/>
            <a:p>
              <a:pPr>
                <a:defRPr/>
              </a:pPr>
              <a:endParaRPr lang="zh-CN" altLang="en-US" sz="2900">
                <a:ea typeface="黑体" pitchFamily="2" charset="-122"/>
              </a:endParaRPr>
            </a:p>
          </p:txBody>
        </p:sp>
        <p:sp>
          <p:nvSpPr>
            <p:cNvPr id="1035" name="Rectangle 84"/>
            <p:cNvSpPr>
              <a:spLocks noChangeArrowheads="1"/>
            </p:cNvSpPr>
            <p:nvPr/>
          </p:nvSpPr>
          <p:spPr bwMode="auto">
            <a:xfrm>
              <a:off x="0" y="7000875"/>
              <a:ext cx="5094000" cy="200025"/>
            </a:xfrm>
            <a:prstGeom prst="rect">
              <a:avLst/>
            </a:prstGeom>
            <a:solidFill>
              <a:schemeClr val="accent1"/>
            </a:solidFill>
            <a:ln w="9525">
              <a:noFill/>
              <a:miter lim="800000"/>
            </a:ln>
          </p:spPr>
          <p:txBody>
            <a:bodyPr wrap="none" anchor="ctr"/>
            <a:lstStyle/>
            <a:p>
              <a:pPr>
                <a:defRPr/>
              </a:pPr>
              <a:endParaRPr lang="zh-CN" altLang="en-US" sz="2900">
                <a:ea typeface="黑体" pitchFamily="2" charset="-122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hdr="0" ft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54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5400">
          <a:solidFill>
            <a:schemeClr val="tx1"/>
          </a:solidFill>
          <a:latin typeface="Calibri" pitchFamily="34" charset="0"/>
          <a:ea typeface="宋体" pitchFamily="2" charset="-122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5400">
          <a:solidFill>
            <a:schemeClr val="tx1"/>
          </a:solidFill>
          <a:latin typeface="Calibri" pitchFamily="34" charset="0"/>
          <a:ea typeface="宋体" pitchFamily="2" charset="-122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5400">
          <a:solidFill>
            <a:schemeClr val="tx1"/>
          </a:solidFill>
          <a:latin typeface="Calibri" pitchFamily="34" charset="0"/>
          <a:ea typeface="宋体" pitchFamily="2" charset="-122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5400">
          <a:solidFill>
            <a:schemeClr val="tx1"/>
          </a:solidFill>
          <a:latin typeface="Calibri" pitchFamily="34" charset="0"/>
          <a:ea typeface="宋体" pitchFamily="2" charset="-122"/>
        </a:defRPr>
      </a:lvl5pPr>
      <a:lvl6pPr marL="556260" algn="ctr" rtl="0" eaLnBrk="1" fontAlgn="base" hangingPunct="1">
        <a:spcBef>
          <a:spcPct val="0"/>
        </a:spcBef>
        <a:spcAft>
          <a:spcPct val="0"/>
        </a:spcAft>
        <a:defRPr sz="5400">
          <a:solidFill>
            <a:schemeClr val="tx1"/>
          </a:solidFill>
          <a:latin typeface="Calibri" pitchFamily="34" charset="0"/>
          <a:ea typeface="宋体" pitchFamily="2" charset="-122"/>
        </a:defRPr>
      </a:lvl6pPr>
      <a:lvl7pPr marL="1113155" algn="ctr" rtl="0" eaLnBrk="1" fontAlgn="base" hangingPunct="1">
        <a:spcBef>
          <a:spcPct val="0"/>
        </a:spcBef>
        <a:spcAft>
          <a:spcPct val="0"/>
        </a:spcAft>
        <a:defRPr sz="5400">
          <a:solidFill>
            <a:schemeClr val="tx1"/>
          </a:solidFill>
          <a:latin typeface="Calibri" pitchFamily="34" charset="0"/>
          <a:ea typeface="宋体" pitchFamily="2" charset="-122"/>
        </a:defRPr>
      </a:lvl7pPr>
      <a:lvl8pPr marL="1669415" algn="ctr" rtl="0" eaLnBrk="1" fontAlgn="base" hangingPunct="1">
        <a:spcBef>
          <a:spcPct val="0"/>
        </a:spcBef>
        <a:spcAft>
          <a:spcPct val="0"/>
        </a:spcAft>
        <a:defRPr sz="5400">
          <a:solidFill>
            <a:schemeClr val="tx1"/>
          </a:solidFill>
          <a:latin typeface="Calibri" pitchFamily="34" charset="0"/>
          <a:ea typeface="宋体" pitchFamily="2" charset="-122"/>
        </a:defRPr>
      </a:lvl8pPr>
      <a:lvl9pPr marL="2225675" algn="ctr" rtl="0" eaLnBrk="1" fontAlgn="base" hangingPunct="1">
        <a:spcBef>
          <a:spcPct val="0"/>
        </a:spcBef>
        <a:spcAft>
          <a:spcPct val="0"/>
        </a:spcAft>
        <a:defRPr sz="5400">
          <a:solidFill>
            <a:schemeClr val="tx1"/>
          </a:solidFill>
          <a:latin typeface="Calibri" pitchFamily="34" charset="0"/>
          <a:ea typeface="宋体" pitchFamily="2" charset="-122"/>
        </a:defRPr>
      </a:lvl9pPr>
    </p:titleStyle>
    <p:bodyStyle>
      <a:lvl1pPr marL="417195" indent="-417195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900">
          <a:solidFill>
            <a:schemeClr val="tx1"/>
          </a:solidFill>
          <a:latin typeface="+mn-lt"/>
          <a:ea typeface="+mn-ea"/>
          <a:cs typeface="+mn-cs"/>
        </a:defRPr>
      </a:lvl1pPr>
      <a:lvl2pPr marL="904240" indent="-34798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400">
          <a:solidFill>
            <a:schemeClr val="tx1"/>
          </a:solidFill>
          <a:latin typeface="+mn-lt"/>
          <a:ea typeface="+mn-ea"/>
        </a:defRPr>
      </a:lvl2pPr>
      <a:lvl3pPr marL="1391285" indent="-27813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900">
          <a:solidFill>
            <a:schemeClr val="tx1"/>
          </a:solidFill>
          <a:latin typeface="+mn-lt"/>
          <a:ea typeface="+mn-ea"/>
        </a:defRPr>
      </a:lvl3pPr>
      <a:lvl4pPr marL="1947545" indent="-27813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400">
          <a:solidFill>
            <a:schemeClr val="tx1"/>
          </a:solidFill>
          <a:latin typeface="+mn-lt"/>
          <a:ea typeface="+mn-ea"/>
        </a:defRPr>
      </a:lvl4pPr>
      <a:lvl5pPr marL="2504440" indent="-27813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400">
          <a:solidFill>
            <a:schemeClr val="tx1"/>
          </a:solidFill>
          <a:latin typeface="+mn-lt"/>
          <a:ea typeface="+mn-ea"/>
        </a:defRPr>
      </a:lvl5pPr>
      <a:lvl6pPr marL="3060700" indent="-27813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400">
          <a:solidFill>
            <a:schemeClr val="tx1"/>
          </a:solidFill>
          <a:latin typeface="+mn-lt"/>
          <a:ea typeface="+mn-ea"/>
        </a:defRPr>
      </a:lvl6pPr>
      <a:lvl7pPr marL="3616960" indent="-27813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400">
          <a:solidFill>
            <a:schemeClr val="tx1"/>
          </a:solidFill>
          <a:latin typeface="+mn-lt"/>
          <a:ea typeface="+mn-ea"/>
        </a:defRPr>
      </a:lvl7pPr>
      <a:lvl8pPr marL="4173855" indent="-27813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400">
          <a:solidFill>
            <a:schemeClr val="tx1"/>
          </a:solidFill>
          <a:latin typeface="+mn-lt"/>
          <a:ea typeface="+mn-ea"/>
        </a:defRPr>
      </a:lvl8pPr>
      <a:lvl9pPr marL="4730115" indent="-27813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4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1113155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556260" algn="l" defTabSz="1113155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1113155" algn="l" defTabSz="1113155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669415" algn="l" defTabSz="1113155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4pPr>
      <a:lvl5pPr marL="2225675" algn="l" defTabSz="1113155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5pPr>
      <a:lvl6pPr marL="2782570" algn="l" defTabSz="1113155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6pPr>
      <a:lvl7pPr marL="3338830" algn="l" defTabSz="1113155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7pPr>
      <a:lvl8pPr marL="3895090" algn="l" defTabSz="1113155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8pPr>
      <a:lvl9pPr marL="4451985" algn="l" defTabSz="1113155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376441" y="6552778"/>
            <a:ext cx="4053840" cy="38449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111301" tIns="55650" rIns="111301" bIns="55650" numCol="1" anchor="ctr" anchorCtr="0" compatLnSpc="1"/>
          <a:lstStyle>
            <a:lvl1pPr algn="ctr">
              <a:defRPr sz="1500">
                <a:solidFill>
                  <a:srgbClr val="898989"/>
                </a:solidFill>
                <a:ea typeface="黑体" pitchFamily="2" charset="-122"/>
              </a:defRPr>
            </a:lvl1pPr>
          </a:lstStyle>
          <a:p>
            <a:pPr>
              <a:defRPr/>
            </a:pPr>
            <a:endParaRPr lang="zh-CN" dirty="0"/>
          </a:p>
        </p:txBody>
      </p:sp>
      <p:sp>
        <p:nvSpPr>
          <p:cNvPr id="1030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1775643" y="6552778"/>
            <a:ext cx="875799" cy="38449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111301" tIns="55650" rIns="111301" bIns="55650" numCol="1" anchor="ctr" anchorCtr="0" compatLnSpc="1"/>
          <a:lstStyle>
            <a:lvl1pPr algn="r">
              <a:defRPr sz="1500">
                <a:solidFill>
                  <a:srgbClr val="898989"/>
                </a:solidFill>
                <a:ea typeface="黑体" pitchFamily="2" charset="-122"/>
              </a:defRPr>
            </a:lvl1pPr>
          </a:lstStyle>
          <a:p>
            <a:pPr>
              <a:defRPr/>
            </a:pPr>
            <a:fld id="{EF001FE3-3C56-4123-9DE4-EF0781CB24B0}" type="slidenum">
              <a:rPr lang="en-US" altLang="zh-CN"/>
              <a:t>‹#›</a:t>
            </a:fld>
            <a:endParaRPr lang="zh-CN"/>
          </a:p>
        </p:txBody>
      </p:sp>
      <p:grpSp>
        <p:nvGrpSpPr>
          <p:cNvPr id="2" name="组合 9"/>
          <p:cNvGrpSpPr/>
          <p:nvPr/>
        </p:nvGrpSpPr>
        <p:grpSpPr>
          <a:xfrm>
            <a:off x="1" y="7000882"/>
            <a:ext cx="12801600" cy="200025"/>
            <a:chOff x="0" y="7000875"/>
            <a:chExt cx="10190163" cy="200025"/>
          </a:xfrm>
        </p:grpSpPr>
        <p:sp>
          <p:nvSpPr>
            <p:cNvPr id="1034" name="Rectangle 83"/>
            <p:cNvSpPr>
              <a:spLocks noChangeArrowheads="1"/>
            </p:cNvSpPr>
            <p:nvPr/>
          </p:nvSpPr>
          <p:spPr bwMode="auto">
            <a:xfrm>
              <a:off x="3393183" y="7000875"/>
              <a:ext cx="6796980" cy="200025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</a:ln>
          </p:spPr>
          <p:txBody>
            <a:bodyPr wrap="none" anchor="ctr"/>
            <a:lstStyle/>
            <a:p>
              <a:pPr>
                <a:defRPr/>
              </a:pPr>
              <a:endParaRPr lang="zh-CN" altLang="en-US" sz="2900">
                <a:ea typeface="黑体" pitchFamily="2" charset="-122"/>
              </a:endParaRPr>
            </a:p>
          </p:txBody>
        </p:sp>
        <p:sp>
          <p:nvSpPr>
            <p:cNvPr id="1035" name="Rectangle 84"/>
            <p:cNvSpPr>
              <a:spLocks noChangeArrowheads="1"/>
            </p:cNvSpPr>
            <p:nvPr/>
          </p:nvSpPr>
          <p:spPr bwMode="auto">
            <a:xfrm>
              <a:off x="0" y="7000875"/>
              <a:ext cx="5094000" cy="200025"/>
            </a:xfrm>
            <a:prstGeom prst="rect">
              <a:avLst/>
            </a:prstGeom>
            <a:solidFill>
              <a:schemeClr val="accent1"/>
            </a:solidFill>
            <a:ln w="9525">
              <a:noFill/>
              <a:miter lim="800000"/>
            </a:ln>
          </p:spPr>
          <p:txBody>
            <a:bodyPr wrap="none" anchor="ctr"/>
            <a:lstStyle/>
            <a:p>
              <a:pPr>
                <a:defRPr/>
              </a:pPr>
              <a:endParaRPr lang="zh-CN" altLang="en-US" sz="2900">
                <a:ea typeface="黑体" pitchFamily="2" charset="-122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</p:sldLayoutIdLst>
  <p:hf hdr="0" ft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54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5400">
          <a:solidFill>
            <a:schemeClr val="tx1"/>
          </a:solidFill>
          <a:latin typeface="Calibri" pitchFamily="34" charset="0"/>
          <a:ea typeface="宋体" pitchFamily="2" charset="-122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5400">
          <a:solidFill>
            <a:schemeClr val="tx1"/>
          </a:solidFill>
          <a:latin typeface="Calibri" pitchFamily="34" charset="0"/>
          <a:ea typeface="宋体" pitchFamily="2" charset="-122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5400">
          <a:solidFill>
            <a:schemeClr val="tx1"/>
          </a:solidFill>
          <a:latin typeface="Calibri" pitchFamily="34" charset="0"/>
          <a:ea typeface="宋体" pitchFamily="2" charset="-122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5400">
          <a:solidFill>
            <a:schemeClr val="tx1"/>
          </a:solidFill>
          <a:latin typeface="Calibri" pitchFamily="34" charset="0"/>
          <a:ea typeface="宋体" pitchFamily="2" charset="-122"/>
        </a:defRPr>
      </a:lvl5pPr>
      <a:lvl6pPr marL="556260" algn="ctr" rtl="0" eaLnBrk="1" fontAlgn="base" hangingPunct="1">
        <a:spcBef>
          <a:spcPct val="0"/>
        </a:spcBef>
        <a:spcAft>
          <a:spcPct val="0"/>
        </a:spcAft>
        <a:defRPr sz="5400">
          <a:solidFill>
            <a:schemeClr val="tx1"/>
          </a:solidFill>
          <a:latin typeface="Calibri" pitchFamily="34" charset="0"/>
          <a:ea typeface="宋体" pitchFamily="2" charset="-122"/>
        </a:defRPr>
      </a:lvl6pPr>
      <a:lvl7pPr marL="1113155" algn="ctr" rtl="0" eaLnBrk="1" fontAlgn="base" hangingPunct="1">
        <a:spcBef>
          <a:spcPct val="0"/>
        </a:spcBef>
        <a:spcAft>
          <a:spcPct val="0"/>
        </a:spcAft>
        <a:defRPr sz="5400">
          <a:solidFill>
            <a:schemeClr val="tx1"/>
          </a:solidFill>
          <a:latin typeface="Calibri" pitchFamily="34" charset="0"/>
          <a:ea typeface="宋体" pitchFamily="2" charset="-122"/>
        </a:defRPr>
      </a:lvl7pPr>
      <a:lvl8pPr marL="1669415" algn="ctr" rtl="0" eaLnBrk="1" fontAlgn="base" hangingPunct="1">
        <a:spcBef>
          <a:spcPct val="0"/>
        </a:spcBef>
        <a:spcAft>
          <a:spcPct val="0"/>
        </a:spcAft>
        <a:defRPr sz="5400">
          <a:solidFill>
            <a:schemeClr val="tx1"/>
          </a:solidFill>
          <a:latin typeface="Calibri" pitchFamily="34" charset="0"/>
          <a:ea typeface="宋体" pitchFamily="2" charset="-122"/>
        </a:defRPr>
      </a:lvl8pPr>
      <a:lvl9pPr marL="2225675" algn="ctr" rtl="0" eaLnBrk="1" fontAlgn="base" hangingPunct="1">
        <a:spcBef>
          <a:spcPct val="0"/>
        </a:spcBef>
        <a:spcAft>
          <a:spcPct val="0"/>
        </a:spcAft>
        <a:defRPr sz="5400">
          <a:solidFill>
            <a:schemeClr val="tx1"/>
          </a:solidFill>
          <a:latin typeface="Calibri" pitchFamily="34" charset="0"/>
          <a:ea typeface="宋体" pitchFamily="2" charset="-122"/>
        </a:defRPr>
      </a:lvl9pPr>
    </p:titleStyle>
    <p:bodyStyle>
      <a:lvl1pPr marL="417195" indent="-417195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900">
          <a:solidFill>
            <a:schemeClr val="tx1"/>
          </a:solidFill>
          <a:latin typeface="+mn-lt"/>
          <a:ea typeface="+mn-ea"/>
          <a:cs typeface="+mn-cs"/>
        </a:defRPr>
      </a:lvl1pPr>
      <a:lvl2pPr marL="904240" indent="-34798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400">
          <a:solidFill>
            <a:schemeClr val="tx1"/>
          </a:solidFill>
          <a:latin typeface="+mn-lt"/>
          <a:ea typeface="+mn-ea"/>
        </a:defRPr>
      </a:lvl2pPr>
      <a:lvl3pPr marL="1391285" indent="-27813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900">
          <a:solidFill>
            <a:schemeClr val="tx1"/>
          </a:solidFill>
          <a:latin typeface="+mn-lt"/>
          <a:ea typeface="+mn-ea"/>
        </a:defRPr>
      </a:lvl3pPr>
      <a:lvl4pPr marL="1947545" indent="-27813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400">
          <a:solidFill>
            <a:schemeClr val="tx1"/>
          </a:solidFill>
          <a:latin typeface="+mn-lt"/>
          <a:ea typeface="+mn-ea"/>
        </a:defRPr>
      </a:lvl4pPr>
      <a:lvl5pPr marL="2504440" indent="-27813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400">
          <a:solidFill>
            <a:schemeClr val="tx1"/>
          </a:solidFill>
          <a:latin typeface="+mn-lt"/>
          <a:ea typeface="+mn-ea"/>
        </a:defRPr>
      </a:lvl5pPr>
      <a:lvl6pPr marL="3060700" indent="-27813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400">
          <a:solidFill>
            <a:schemeClr val="tx1"/>
          </a:solidFill>
          <a:latin typeface="+mn-lt"/>
          <a:ea typeface="+mn-ea"/>
        </a:defRPr>
      </a:lvl6pPr>
      <a:lvl7pPr marL="3616960" indent="-27813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400">
          <a:solidFill>
            <a:schemeClr val="tx1"/>
          </a:solidFill>
          <a:latin typeface="+mn-lt"/>
          <a:ea typeface="+mn-ea"/>
        </a:defRPr>
      </a:lvl7pPr>
      <a:lvl8pPr marL="4173855" indent="-27813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400">
          <a:solidFill>
            <a:schemeClr val="tx1"/>
          </a:solidFill>
          <a:latin typeface="+mn-lt"/>
          <a:ea typeface="+mn-ea"/>
        </a:defRPr>
      </a:lvl8pPr>
      <a:lvl9pPr marL="4730115" indent="-27813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4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1113155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556260" algn="l" defTabSz="1113155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1113155" algn="l" defTabSz="1113155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669415" algn="l" defTabSz="1113155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4pPr>
      <a:lvl5pPr marL="2225675" algn="l" defTabSz="1113155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5pPr>
      <a:lvl6pPr marL="2782570" algn="l" defTabSz="1113155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6pPr>
      <a:lvl7pPr marL="3338830" algn="l" defTabSz="1113155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7pPr>
      <a:lvl8pPr marL="3895090" algn="l" defTabSz="1113155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8pPr>
      <a:lvl9pPr marL="4451985" algn="l" defTabSz="1113155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376441" y="6552778"/>
            <a:ext cx="4053840" cy="38449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111301" tIns="55650" rIns="111301" bIns="55650" numCol="1" anchor="ctr" anchorCtr="0" compatLnSpc="1"/>
          <a:lstStyle>
            <a:lvl1pPr algn="ctr">
              <a:defRPr sz="1500">
                <a:solidFill>
                  <a:srgbClr val="898989"/>
                </a:solidFill>
                <a:ea typeface="黑体" pitchFamily="2" charset="-122"/>
              </a:defRPr>
            </a:lvl1pPr>
          </a:lstStyle>
          <a:p>
            <a:pPr>
              <a:defRPr/>
            </a:pPr>
            <a:endParaRPr lang="zh-CN" dirty="0"/>
          </a:p>
        </p:txBody>
      </p:sp>
      <p:sp>
        <p:nvSpPr>
          <p:cNvPr id="1030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1775639" y="6552778"/>
            <a:ext cx="875799" cy="38449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111301" tIns="55650" rIns="111301" bIns="55650" numCol="1" anchor="ctr" anchorCtr="0" compatLnSpc="1"/>
          <a:lstStyle>
            <a:lvl1pPr algn="r">
              <a:defRPr sz="1500">
                <a:solidFill>
                  <a:srgbClr val="898989"/>
                </a:solidFill>
                <a:ea typeface="黑体" pitchFamily="2" charset="-122"/>
              </a:defRPr>
            </a:lvl1pPr>
          </a:lstStyle>
          <a:p>
            <a:pPr>
              <a:defRPr/>
            </a:pPr>
            <a:fld id="{EF001FE3-3C56-4123-9DE4-EF0781CB24B0}" type="slidenum">
              <a:rPr lang="en-US" altLang="zh-CN"/>
              <a:t>‹#›</a:t>
            </a:fld>
            <a:endParaRPr lang="zh-CN"/>
          </a:p>
        </p:txBody>
      </p:sp>
      <p:grpSp>
        <p:nvGrpSpPr>
          <p:cNvPr id="2" name="组合 9"/>
          <p:cNvGrpSpPr/>
          <p:nvPr/>
        </p:nvGrpSpPr>
        <p:grpSpPr>
          <a:xfrm>
            <a:off x="1" y="7000876"/>
            <a:ext cx="12801600" cy="200025"/>
            <a:chOff x="0" y="7000875"/>
            <a:chExt cx="10190163" cy="200025"/>
          </a:xfrm>
        </p:grpSpPr>
        <p:sp>
          <p:nvSpPr>
            <p:cNvPr id="1034" name="Rectangle 83"/>
            <p:cNvSpPr>
              <a:spLocks noChangeArrowheads="1"/>
            </p:cNvSpPr>
            <p:nvPr/>
          </p:nvSpPr>
          <p:spPr bwMode="auto">
            <a:xfrm>
              <a:off x="3393183" y="7000875"/>
              <a:ext cx="6796980" cy="200025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</a:ln>
          </p:spPr>
          <p:txBody>
            <a:bodyPr wrap="none" anchor="ctr"/>
            <a:lstStyle/>
            <a:p>
              <a:pPr>
                <a:defRPr/>
              </a:pPr>
              <a:endParaRPr lang="zh-CN" altLang="en-US" sz="2900">
                <a:ea typeface="黑体" pitchFamily="2" charset="-122"/>
              </a:endParaRPr>
            </a:p>
          </p:txBody>
        </p:sp>
        <p:sp>
          <p:nvSpPr>
            <p:cNvPr id="1035" name="Rectangle 84"/>
            <p:cNvSpPr>
              <a:spLocks noChangeArrowheads="1"/>
            </p:cNvSpPr>
            <p:nvPr/>
          </p:nvSpPr>
          <p:spPr bwMode="auto">
            <a:xfrm>
              <a:off x="0" y="7000875"/>
              <a:ext cx="5094000" cy="200025"/>
            </a:xfrm>
            <a:prstGeom prst="rect">
              <a:avLst/>
            </a:prstGeom>
            <a:solidFill>
              <a:schemeClr val="accent1"/>
            </a:solidFill>
            <a:ln w="9525">
              <a:noFill/>
              <a:miter lim="800000"/>
            </a:ln>
          </p:spPr>
          <p:txBody>
            <a:bodyPr wrap="none" anchor="ctr"/>
            <a:lstStyle/>
            <a:p>
              <a:pPr>
                <a:defRPr/>
              </a:pPr>
              <a:endParaRPr lang="zh-CN" altLang="en-US" sz="2900">
                <a:ea typeface="黑体" pitchFamily="2" charset="-122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</p:sldLayoutIdLst>
  <p:transition/>
  <p:hf hdr="0" ft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54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5400">
          <a:solidFill>
            <a:schemeClr val="tx1"/>
          </a:solidFill>
          <a:latin typeface="Calibri" pitchFamily="34" charset="0"/>
          <a:ea typeface="宋体" pitchFamily="2" charset="-122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5400">
          <a:solidFill>
            <a:schemeClr val="tx1"/>
          </a:solidFill>
          <a:latin typeface="Calibri" pitchFamily="34" charset="0"/>
          <a:ea typeface="宋体" pitchFamily="2" charset="-122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5400">
          <a:solidFill>
            <a:schemeClr val="tx1"/>
          </a:solidFill>
          <a:latin typeface="Calibri" pitchFamily="34" charset="0"/>
          <a:ea typeface="宋体" pitchFamily="2" charset="-122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5400">
          <a:solidFill>
            <a:schemeClr val="tx1"/>
          </a:solidFill>
          <a:latin typeface="Calibri" pitchFamily="34" charset="0"/>
          <a:ea typeface="宋体" pitchFamily="2" charset="-122"/>
        </a:defRPr>
      </a:lvl5pPr>
      <a:lvl6pPr marL="556260" algn="ctr" rtl="0" eaLnBrk="1" fontAlgn="base" hangingPunct="1">
        <a:spcBef>
          <a:spcPct val="0"/>
        </a:spcBef>
        <a:spcAft>
          <a:spcPct val="0"/>
        </a:spcAft>
        <a:defRPr sz="5400">
          <a:solidFill>
            <a:schemeClr val="tx1"/>
          </a:solidFill>
          <a:latin typeface="Calibri" pitchFamily="34" charset="0"/>
          <a:ea typeface="宋体" pitchFamily="2" charset="-122"/>
        </a:defRPr>
      </a:lvl6pPr>
      <a:lvl7pPr marL="1113155" algn="ctr" rtl="0" eaLnBrk="1" fontAlgn="base" hangingPunct="1">
        <a:spcBef>
          <a:spcPct val="0"/>
        </a:spcBef>
        <a:spcAft>
          <a:spcPct val="0"/>
        </a:spcAft>
        <a:defRPr sz="5400">
          <a:solidFill>
            <a:schemeClr val="tx1"/>
          </a:solidFill>
          <a:latin typeface="Calibri" pitchFamily="34" charset="0"/>
          <a:ea typeface="宋体" pitchFamily="2" charset="-122"/>
        </a:defRPr>
      </a:lvl7pPr>
      <a:lvl8pPr marL="1669415" algn="ctr" rtl="0" eaLnBrk="1" fontAlgn="base" hangingPunct="1">
        <a:spcBef>
          <a:spcPct val="0"/>
        </a:spcBef>
        <a:spcAft>
          <a:spcPct val="0"/>
        </a:spcAft>
        <a:defRPr sz="5400">
          <a:solidFill>
            <a:schemeClr val="tx1"/>
          </a:solidFill>
          <a:latin typeface="Calibri" pitchFamily="34" charset="0"/>
          <a:ea typeface="宋体" pitchFamily="2" charset="-122"/>
        </a:defRPr>
      </a:lvl8pPr>
      <a:lvl9pPr marL="2226310" algn="ctr" rtl="0" eaLnBrk="1" fontAlgn="base" hangingPunct="1">
        <a:spcBef>
          <a:spcPct val="0"/>
        </a:spcBef>
        <a:spcAft>
          <a:spcPct val="0"/>
        </a:spcAft>
        <a:defRPr sz="5400">
          <a:solidFill>
            <a:schemeClr val="tx1"/>
          </a:solidFill>
          <a:latin typeface="Calibri" pitchFamily="34" charset="0"/>
          <a:ea typeface="宋体" pitchFamily="2" charset="-122"/>
        </a:defRPr>
      </a:lvl9pPr>
    </p:titleStyle>
    <p:bodyStyle>
      <a:lvl1pPr marL="417195" indent="-417195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900">
          <a:solidFill>
            <a:schemeClr val="tx1"/>
          </a:solidFill>
          <a:latin typeface="+mn-lt"/>
          <a:ea typeface="+mn-ea"/>
          <a:cs typeface="+mn-cs"/>
        </a:defRPr>
      </a:lvl1pPr>
      <a:lvl2pPr marL="904240" indent="-34798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400">
          <a:solidFill>
            <a:schemeClr val="tx1"/>
          </a:solidFill>
          <a:latin typeface="+mn-lt"/>
          <a:ea typeface="+mn-ea"/>
        </a:defRPr>
      </a:lvl2pPr>
      <a:lvl3pPr marL="1391285" indent="-27813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900">
          <a:solidFill>
            <a:schemeClr val="tx1"/>
          </a:solidFill>
          <a:latin typeface="+mn-lt"/>
          <a:ea typeface="+mn-ea"/>
        </a:defRPr>
      </a:lvl3pPr>
      <a:lvl4pPr marL="1947545" indent="-27813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400">
          <a:solidFill>
            <a:schemeClr val="tx1"/>
          </a:solidFill>
          <a:latin typeface="+mn-lt"/>
          <a:ea typeface="+mn-ea"/>
        </a:defRPr>
      </a:lvl4pPr>
      <a:lvl5pPr marL="2504440" indent="-27813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400">
          <a:solidFill>
            <a:schemeClr val="tx1"/>
          </a:solidFill>
          <a:latin typeface="+mn-lt"/>
          <a:ea typeface="+mn-ea"/>
        </a:defRPr>
      </a:lvl5pPr>
      <a:lvl6pPr marL="3060700" indent="-27813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400">
          <a:solidFill>
            <a:schemeClr val="tx1"/>
          </a:solidFill>
          <a:latin typeface="+mn-lt"/>
          <a:ea typeface="+mn-ea"/>
        </a:defRPr>
      </a:lvl6pPr>
      <a:lvl7pPr marL="3616960" indent="-27813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400">
          <a:solidFill>
            <a:schemeClr val="tx1"/>
          </a:solidFill>
          <a:latin typeface="+mn-lt"/>
          <a:ea typeface="+mn-ea"/>
        </a:defRPr>
      </a:lvl7pPr>
      <a:lvl8pPr marL="4173855" indent="-27813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400">
          <a:solidFill>
            <a:schemeClr val="tx1"/>
          </a:solidFill>
          <a:latin typeface="+mn-lt"/>
          <a:ea typeface="+mn-ea"/>
        </a:defRPr>
      </a:lvl8pPr>
      <a:lvl9pPr marL="4730115" indent="-27813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4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1113155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556260" algn="l" defTabSz="1113155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1113155" algn="l" defTabSz="1113155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669415" algn="l" defTabSz="1113155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4pPr>
      <a:lvl5pPr marL="2226310" algn="l" defTabSz="1113155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5pPr>
      <a:lvl6pPr marL="2782570" algn="l" defTabSz="1113155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6pPr>
      <a:lvl7pPr marL="3338830" algn="l" defTabSz="1113155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7pPr>
      <a:lvl8pPr marL="3895725" algn="l" defTabSz="1113155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8pPr>
      <a:lvl9pPr marL="4451985" algn="l" defTabSz="1113155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40080" y="288370"/>
            <a:ext cx="11521440" cy="12001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40080" y="1680210"/>
            <a:ext cx="11521440" cy="47522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40081" y="6674168"/>
            <a:ext cx="2987040" cy="383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3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12B70F-DF10-4336-ADCF-617C02561E36}" type="datetimeFigureOut">
              <a:rPr lang="zh-CN" altLang="en-US" smtClean="0"/>
              <a:t>2024/4/25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373881" y="6674168"/>
            <a:ext cx="4053840" cy="383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3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9174480" y="6674168"/>
            <a:ext cx="2987040" cy="383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3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E2906C-1822-439C-9592-AB22BD010E33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11" name="Picture 2" descr="C:\Users\wumin\Desktop\++3.png"/>
          <p:cNvPicPr>
            <a:picLocks noChangeAspect="1" noChangeArrowheads="1"/>
          </p:cNvPicPr>
          <p:nvPr userDrawn="1"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452700" y="6532946"/>
            <a:ext cx="11896201" cy="54761"/>
          </a:xfrm>
          <a:prstGeom prst="rect">
            <a:avLst/>
          </a:prstGeom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</p:sldLayoutIdLst>
  <p:txStyles>
    <p:titleStyle>
      <a:lvl1pPr algn="ctr" defTabSz="1094740" rtl="0" eaLnBrk="1" latinLnBrk="0" hangingPunct="1">
        <a:spcBef>
          <a:spcPct val="0"/>
        </a:spcBef>
        <a:buNone/>
        <a:defRPr sz="526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10210" indent="-410210" algn="l" defTabSz="1094740" rtl="0" eaLnBrk="1" latinLnBrk="0" hangingPunct="1">
        <a:spcBef>
          <a:spcPct val="20000"/>
        </a:spcBef>
        <a:buFont typeface="Arial" panose="020B0604020202020204" pitchFamily="34" charset="0"/>
        <a:buChar char="•"/>
        <a:defRPr sz="3830" kern="1200">
          <a:solidFill>
            <a:schemeClr val="tx1"/>
          </a:solidFill>
          <a:latin typeface="+mn-lt"/>
          <a:ea typeface="+mn-ea"/>
          <a:cs typeface="+mn-cs"/>
        </a:defRPr>
      </a:lvl1pPr>
      <a:lvl2pPr marL="889635" indent="-342265" algn="l" defTabSz="1094740" rtl="0" eaLnBrk="1" latinLnBrk="0" hangingPunct="1">
        <a:spcBef>
          <a:spcPct val="20000"/>
        </a:spcBef>
        <a:buFont typeface="Arial" panose="020B0604020202020204" pitchFamily="34" charset="0"/>
        <a:buChar char="–"/>
        <a:defRPr sz="3350" kern="1200">
          <a:solidFill>
            <a:schemeClr val="tx1"/>
          </a:solidFill>
          <a:latin typeface="+mn-lt"/>
          <a:ea typeface="+mn-ea"/>
          <a:cs typeface="+mn-cs"/>
        </a:defRPr>
      </a:lvl2pPr>
      <a:lvl3pPr marL="1368425" indent="-273685" algn="l" defTabSz="1094740" rtl="0" eaLnBrk="1" latinLnBrk="0" hangingPunct="1">
        <a:spcBef>
          <a:spcPct val="20000"/>
        </a:spcBef>
        <a:buFont typeface="Arial" panose="020B0604020202020204" pitchFamily="34" charset="0"/>
        <a:buChar char="•"/>
        <a:defRPr sz="2875" kern="1200">
          <a:solidFill>
            <a:schemeClr val="tx1"/>
          </a:solidFill>
          <a:latin typeface="+mn-lt"/>
          <a:ea typeface="+mn-ea"/>
          <a:cs typeface="+mn-cs"/>
        </a:defRPr>
      </a:lvl3pPr>
      <a:lvl4pPr marL="1915795" indent="-273685" algn="l" defTabSz="1094740" rtl="0" eaLnBrk="1" latinLnBrk="0" hangingPunct="1">
        <a:spcBef>
          <a:spcPct val="20000"/>
        </a:spcBef>
        <a:buFont typeface="Arial" panose="020B0604020202020204" pitchFamily="34" charset="0"/>
        <a:buChar char="–"/>
        <a:defRPr sz="2395" kern="1200">
          <a:solidFill>
            <a:schemeClr val="tx1"/>
          </a:solidFill>
          <a:latin typeface="+mn-lt"/>
          <a:ea typeface="+mn-ea"/>
          <a:cs typeface="+mn-cs"/>
        </a:defRPr>
      </a:lvl4pPr>
      <a:lvl5pPr marL="2463165" indent="-273685" algn="l" defTabSz="1094740" rtl="0" eaLnBrk="1" latinLnBrk="0" hangingPunct="1">
        <a:spcBef>
          <a:spcPct val="20000"/>
        </a:spcBef>
        <a:buFont typeface="Arial" panose="020B0604020202020204" pitchFamily="34" charset="0"/>
        <a:buChar char="»"/>
        <a:defRPr sz="2395" kern="1200">
          <a:solidFill>
            <a:schemeClr val="tx1"/>
          </a:solidFill>
          <a:latin typeface="+mn-lt"/>
          <a:ea typeface="+mn-ea"/>
          <a:cs typeface="+mn-cs"/>
        </a:defRPr>
      </a:lvl5pPr>
      <a:lvl6pPr marL="3010535" indent="-273685" algn="l" defTabSz="1094740" rtl="0" eaLnBrk="1" latinLnBrk="0" hangingPunct="1">
        <a:spcBef>
          <a:spcPct val="20000"/>
        </a:spcBef>
        <a:buFont typeface="Arial" panose="020B0604020202020204" pitchFamily="34" charset="0"/>
        <a:buChar char="•"/>
        <a:defRPr sz="2395" kern="1200">
          <a:solidFill>
            <a:schemeClr val="tx1"/>
          </a:solidFill>
          <a:latin typeface="+mn-lt"/>
          <a:ea typeface="+mn-ea"/>
          <a:cs typeface="+mn-cs"/>
        </a:defRPr>
      </a:lvl6pPr>
      <a:lvl7pPr marL="3557270" indent="-273685" algn="l" defTabSz="1094740" rtl="0" eaLnBrk="1" latinLnBrk="0" hangingPunct="1">
        <a:spcBef>
          <a:spcPct val="20000"/>
        </a:spcBef>
        <a:buFont typeface="Arial" panose="020B0604020202020204" pitchFamily="34" charset="0"/>
        <a:buChar char="•"/>
        <a:defRPr sz="2395" kern="1200">
          <a:solidFill>
            <a:schemeClr val="tx1"/>
          </a:solidFill>
          <a:latin typeface="+mn-lt"/>
          <a:ea typeface="+mn-ea"/>
          <a:cs typeface="+mn-cs"/>
        </a:defRPr>
      </a:lvl7pPr>
      <a:lvl8pPr marL="4104640" indent="-273685" algn="l" defTabSz="1094740" rtl="0" eaLnBrk="1" latinLnBrk="0" hangingPunct="1">
        <a:spcBef>
          <a:spcPct val="20000"/>
        </a:spcBef>
        <a:buFont typeface="Arial" panose="020B0604020202020204" pitchFamily="34" charset="0"/>
        <a:buChar char="•"/>
        <a:defRPr sz="2395" kern="1200">
          <a:solidFill>
            <a:schemeClr val="tx1"/>
          </a:solidFill>
          <a:latin typeface="+mn-lt"/>
          <a:ea typeface="+mn-ea"/>
          <a:cs typeface="+mn-cs"/>
        </a:defRPr>
      </a:lvl8pPr>
      <a:lvl9pPr marL="4652010" indent="-273685" algn="l" defTabSz="1094740" rtl="0" eaLnBrk="1" latinLnBrk="0" hangingPunct="1">
        <a:spcBef>
          <a:spcPct val="20000"/>
        </a:spcBef>
        <a:buFont typeface="Arial" panose="020B0604020202020204" pitchFamily="34" charset="0"/>
        <a:buChar char="•"/>
        <a:defRPr sz="239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094740" rtl="0" eaLnBrk="1" latinLnBrk="0" hangingPunct="1">
        <a:defRPr sz="2155" kern="1200">
          <a:solidFill>
            <a:schemeClr val="tx1"/>
          </a:solidFill>
          <a:latin typeface="+mn-lt"/>
          <a:ea typeface="+mn-ea"/>
          <a:cs typeface="+mn-cs"/>
        </a:defRPr>
      </a:lvl1pPr>
      <a:lvl2pPr marL="547370" algn="l" defTabSz="1094740" rtl="0" eaLnBrk="1" latinLnBrk="0" hangingPunct="1">
        <a:defRPr sz="2155" kern="1200">
          <a:solidFill>
            <a:schemeClr val="tx1"/>
          </a:solidFill>
          <a:latin typeface="+mn-lt"/>
          <a:ea typeface="+mn-ea"/>
          <a:cs typeface="+mn-cs"/>
        </a:defRPr>
      </a:lvl2pPr>
      <a:lvl3pPr marL="1094740" algn="l" defTabSz="1094740" rtl="0" eaLnBrk="1" latinLnBrk="0" hangingPunct="1">
        <a:defRPr sz="2155" kern="1200">
          <a:solidFill>
            <a:schemeClr val="tx1"/>
          </a:solidFill>
          <a:latin typeface="+mn-lt"/>
          <a:ea typeface="+mn-ea"/>
          <a:cs typeface="+mn-cs"/>
        </a:defRPr>
      </a:lvl3pPr>
      <a:lvl4pPr marL="1642110" algn="l" defTabSz="1094740" rtl="0" eaLnBrk="1" latinLnBrk="0" hangingPunct="1">
        <a:defRPr sz="2155" kern="1200">
          <a:solidFill>
            <a:schemeClr val="tx1"/>
          </a:solidFill>
          <a:latin typeface="+mn-lt"/>
          <a:ea typeface="+mn-ea"/>
          <a:cs typeface="+mn-cs"/>
        </a:defRPr>
      </a:lvl4pPr>
      <a:lvl5pPr marL="2189480" algn="l" defTabSz="1094740" rtl="0" eaLnBrk="1" latinLnBrk="0" hangingPunct="1">
        <a:defRPr sz="2155" kern="1200">
          <a:solidFill>
            <a:schemeClr val="tx1"/>
          </a:solidFill>
          <a:latin typeface="+mn-lt"/>
          <a:ea typeface="+mn-ea"/>
          <a:cs typeface="+mn-cs"/>
        </a:defRPr>
      </a:lvl5pPr>
      <a:lvl6pPr marL="2736850" algn="l" defTabSz="1094740" rtl="0" eaLnBrk="1" latinLnBrk="0" hangingPunct="1">
        <a:defRPr sz="2155" kern="1200">
          <a:solidFill>
            <a:schemeClr val="tx1"/>
          </a:solidFill>
          <a:latin typeface="+mn-lt"/>
          <a:ea typeface="+mn-ea"/>
          <a:cs typeface="+mn-cs"/>
        </a:defRPr>
      </a:lvl6pPr>
      <a:lvl7pPr marL="3283585" algn="l" defTabSz="1094740" rtl="0" eaLnBrk="1" latinLnBrk="0" hangingPunct="1">
        <a:defRPr sz="2155" kern="1200">
          <a:solidFill>
            <a:schemeClr val="tx1"/>
          </a:solidFill>
          <a:latin typeface="+mn-lt"/>
          <a:ea typeface="+mn-ea"/>
          <a:cs typeface="+mn-cs"/>
        </a:defRPr>
      </a:lvl7pPr>
      <a:lvl8pPr marL="3830955" algn="l" defTabSz="1094740" rtl="0" eaLnBrk="1" latinLnBrk="0" hangingPunct="1">
        <a:defRPr sz="2155" kern="1200">
          <a:solidFill>
            <a:schemeClr val="tx1"/>
          </a:solidFill>
          <a:latin typeface="+mn-lt"/>
          <a:ea typeface="+mn-ea"/>
          <a:cs typeface="+mn-cs"/>
        </a:defRPr>
      </a:lvl8pPr>
      <a:lvl9pPr marL="4378325" algn="l" defTabSz="1094740" rtl="0" eaLnBrk="1" latinLnBrk="0" hangingPunct="1">
        <a:defRPr sz="215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 hidden="1"/>
          <p:cNvGraphicFramePr>
            <a:graphicFrameLocks noChangeAspect="1"/>
          </p:cNvGraphicFramePr>
          <p:nvPr userDrawn="1">
            <p:custDataLst>
              <p:tags r:id="rId12"/>
            </p:custDataLst>
          </p:nvPr>
        </p:nvGraphicFramePr>
        <p:xfrm>
          <a:off x="1668" y="1668"/>
          <a:ext cx="1666" cy="16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3" imgW="0" imgH="0" progId="TCLayout.ActiveDocument.1">
                  <p:embed/>
                </p:oleObj>
              </mc:Choice>
              <mc:Fallback>
                <p:oleObj name="think-cell Slide" r:id="rId13" imgW="0" imgH="0" progId="TCLayout.ActiveDocument.1">
                  <p:embed/>
                  <p:pic>
                    <p:nvPicPr>
                      <p:cNvPr id="0" name="图片 3109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668" y="1668"/>
                        <a:ext cx="1666" cy="166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矩形 7"/>
          <p:cNvSpPr/>
          <p:nvPr userDrawn="1"/>
        </p:nvSpPr>
        <p:spPr>
          <a:xfrm>
            <a:off x="0" y="0"/>
            <a:ext cx="12801600" cy="64828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zh-CN" altLang="en-US" sz="2100">
              <a:solidFill>
                <a:prstClr val="white"/>
              </a:solidFill>
            </a:endParaRPr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302400" y="-131296"/>
            <a:ext cx="11316830" cy="9828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pic>
        <p:nvPicPr>
          <p:cNvPr id="5" name="Picture 2" descr="http://su.bdimg.com/static/skin/img/logo_white.png"/>
          <p:cNvPicPr>
            <a:picLocks noChangeAspect="1" noChangeArrowheads="1"/>
          </p:cNvPicPr>
          <p:nvPr userDrawn="1"/>
        </p:nvPicPr>
        <p:blipFill>
          <a:blip r:embed="rId15" cstate="email"/>
          <a:srcRect/>
          <a:stretch>
            <a:fillRect/>
          </a:stretch>
        </p:blipFill>
        <p:spPr bwMode="auto">
          <a:xfrm>
            <a:off x="11456106" y="4362"/>
            <a:ext cx="1327666" cy="630079"/>
          </a:xfrm>
          <a:prstGeom prst="rect">
            <a:avLst/>
          </a:prstGeom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</p:sldLayoutIdLst>
  <p:hf hdr="0" ftr="0" dt="0"/>
  <p:txStyles>
    <p:titleStyle>
      <a:lvl1pPr algn="l" defTabSz="960120" rtl="0" eaLnBrk="1" latinLnBrk="0" hangingPunct="1">
        <a:lnSpc>
          <a:spcPct val="90000"/>
        </a:lnSpc>
        <a:spcBef>
          <a:spcPct val="0"/>
        </a:spcBef>
        <a:buNone/>
        <a:defRPr sz="2520" b="1" kern="1200">
          <a:solidFill>
            <a:schemeClr val="bg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40030" indent="-240030" algn="l" defTabSz="960120" rtl="0" eaLnBrk="1" latinLnBrk="0" hangingPunct="1">
        <a:lnSpc>
          <a:spcPct val="90000"/>
        </a:lnSpc>
        <a:spcBef>
          <a:spcPts val="630"/>
        </a:spcBef>
        <a:buFont typeface="Arial" panose="020B0604020202020204" pitchFamily="34" charset="0"/>
        <a:buChar char="•"/>
        <a:defRPr sz="1680" kern="1200">
          <a:solidFill>
            <a:schemeClr val="tx1">
              <a:lumMod val="65000"/>
              <a:lumOff val="3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720090" indent="-240030" algn="l" defTabSz="960120" rtl="0" eaLnBrk="1" latinLnBrk="0" hangingPunct="1">
        <a:lnSpc>
          <a:spcPct val="90000"/>
        </a:lnSpc>
        <a:spcBef>
          <a:spcPts val="630"/>
        </a:spcBef>
        <a:buFont typeface="Arial" panose="020B0604020202020204" pitchFamily="34" charset="0"/>
        <a:buChar char="•"/>
        <a:defRPr sz="1470" kern="1200">
          <a:solidFill>
            <a:schemeClr val="tx1">
              <a:lumMod val="65000"/>
              <a:lumOff val="3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200150" indent="-240030" algn="l" defTabSz="960120" rtl="0" eaLnBrk="1" latinLnBrk="0" hangingPunct="1">
        <a:lnSpc>
          <a:spcPct val="90000"/>
        </a:lnSpc>
        <a:spcBef>
          <a:spcPts val="630"/>
        </a:spcBef>
        <a:buFont typeface="Arial" panose="020B0604020202020204" pitchFamily="34" charset="0"/>
        <a:buChar char="•"/>
        <a:defRPr sz="1260" kern="1200">
          <a:solidFill>
            <a:schemeClr val="tx1">
              <a:lumMod val="65000"/>
              <a:lumOff val="3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80210" indent="-240030" algn="l" defTabSz="960120" rtl="0" eaLnBrk="1" latinLnBrk="0" hangingPunct="1">
        <a:lnSpc>
          <a:spcPct val="90000"/>
        </a:lnSpc>
        <a:spcBef>
          <a:spcPts val="630"/>
        </a:spcBef>
        <a:buFont typeface="Arial" panose="020B0604020202020204" pitchFamily="34" charset="0"/>
        <a:buChar char="•"/>
        <a:defRPr sz="1155" kern="1200">
          <a:solidFill>
            <a:schemeClr val="tx1">
              <a:lumMod val="65000"/>
              <a:lumOff val="3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160270" indent="-240030" algn="l" defTabSz="960120" rtl="0" eaLnBrk="1" latinLnBrk="0" hangingPunct="1">
        <a:lnSpc>
          <a:spcPct val="90000"/>
        </a:lnSpc>
        <a:spcBef>
          <a:spcPts val="630"/>
        </a:spcBef>
        <a:buFont typeface="Arial" panose="020B0604020202020204" pitchFamily="34" charset="0"/>
        <a:buChar char="•"/>
        <a:defRPr sz="1155" kern="1200">
          <a:solidFill>
            <a:schemeClr val="tx1">
              <a:lumMod val="65000"/>
              <a:lumOff val="3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64033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6pPr>
      <a:lvl7pPr marL="312039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7pPr>
      <a:lvl8pPr marL="360045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8pPr>
      <a:lvl9pPr marL="408051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1pPr>
      <a:lvl2pPr marL="48006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2pPr>
      <a:lvl3pPr marL="96012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3pPr>
      <a:lvl4pPr marL="144018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4pPr>
      <a:lvl5pPr marL="192024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5pPr>
      <a:lvl6pPr marL="240030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6pPr>
      <a:lvl7pPr marL="288036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7pPr>
      <a:lvl8pPr marL="336042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8pPr>
      <a:lvl9pPr marL="384048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 hidden="1"/>
          <p:cNvGraphicFramePr>
            <a:graphicFrameLocks noChangeAspect="1"/>
          </p:cNvGraphicFramePr>
          <p:nvPr userDrawn="1">
            <p:custDataLst>
              <p:tags r:id="rId12"/>
            </p:custDataLst>
          </p:nvPr>
        </p:nvGraphicFramePr>
        <p:xfrm>
          <a:off x="1668" y="1668"/>
          <a:ext cx="1666" cy="16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3" imgW="0" imgH="0" progId="TCLayout.ActiveDocument.1">
                  <p:embed/>
                </p:oleObj>
              </mc:Choice>
              <mc:Fallback>
                <p:oleObj name="think-cell Slide" r:id="rId13" imgW="0" imgH="0" progId="TCLayout.ActiveDocument.1">
                  <p:embed/>
                  <p:pic>
                    <p:nvPicPr>
                      <p:cNvPr id="0" name="图片 3109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668" y="1668"/>
                        <a:ext cx="1666" cy="166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矩形 7"/>
          <p:cNvSpPr/>
          <p:nvPr userDrawn="1"/>
        </p:nvSpPr>
        <p:spPr>
          <a:xfrm>
            <a:off x="0" y="0"/>
            <a:ext cx="12801600" cy="64828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zh-CN" altLang="en-US" sz="2100">
              <a:solidFill>
                <a:prstClr val="white"/>
              </a:solidFill>
            </a:endParaRPr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302400" y="-131296"/>
            <a:ext cx="11316830" cy="9828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pic>
        <p:nvPicPr>
          <p:cNvPr id="5" name="Picture 2" descr="http://su.bdimg.com/static/skin/img/logo_white.png"/>
          <p:cNvPicPr>
            <a:picLocks noChangeAspect="1" noChangeArrowheads="1"/>
          </p:cNvPicPr>
          <p:nvPr userDrawn="1"/>
        </p:nvPicPr>
        <p:blipFill>
          <a:blip r:embed="rId15" cstate="email"/>
          <a:srcRect/>
          <a:stretch>
            <a:fillRect/>
          </a:stretch>
        </p:blipFill>
        <p:spPr bwMode="auto">
          <a:xfrm>
            <a:off x="11456106" y="4362"/>
            <a:ext cx="1327666" cy="630079"/>
          </a:xfrm>
          <a:prstGeom prst="rect">
            <a:avLst/>
          </a:prstGeom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86" r:id="rId6"/>
    <p:sldLayoutId id="2147483687" r:id="rId7"/>
    <p:sldLayoutId id="2147483688" r:id="rId8"/>
    <p:sldLayoutId id="2147483689" r:id="rId9"/>
    <p:sldLayoutId id="2147483690" r:id="rId10"/>
  </p:sldLayoutIdLst>
  <p:hf hdr="0" ftr="0" dt="0"/>
  <p:txStyles>
    <p:titleStyle>
      <a:lvl1pPr algn="l" defTabSz="960120" rtl="0" eaLnBrk="1" latinLnBrk="0" hangingPunct="1">
        <a:lnSpc>
          <a:spcPct val="90000"/>
        </a:lnSpc>
        <a:spcBef>
          <a:spcPct val="0"/>
        </a:spcBef>
        <a:buNone/>
        <a:defRPr sz="2520" b="1" kern="1200">
          <a:solidFill>
            <a:schemeClr val="bg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40030" indent="-240030" algn="l" defTabSz="960120" rtl="0" eaLnBrk="1" latinLnBrk="0" hangingPunct="1">
        <a:lnSpc>
          <a:spcPct val="90000"/>
        </a:lnSpc>
        <a:spcBef>
          <a:spcPts val="630"/>
        </a:spcBef>
        <a:buFont typeface="Arial" panose="020B0604020202020204" pitchFamily="34" charset="0"/>
        <a:buChar char="•"/>
        <a:defRPr sz="1680" kern="1200">
          <a:solidFill>
            <a:schemeClr val="tx1">
              <a:lumMod val="65000"/>
              <a:lumOff val="3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720090" indent="-240030" algn="l" defTabSz="960120" rtl="0" eaLnBrk="1" latinLnBrk="0" hangingPunct="1">
        <a:lnSpc>
          <a:spcPct val="90000"/>
        </a:lnSpc>
        <a:spcBef>
          <a:spcPts val="630"/>
        </a:spcBef>
        <a:buFont typeface="Arial" panose="020B0604020202020204" pitchFamily="34" charset="0"/>
        <a:buChar char="•"/>
        <a:defRPr sz="1470" kern="1200">
          <a:solidFill>
            <a:schemeClr val="tx1">
              <a:lumMod val="65000"/>
              <a:lumOff val="3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200150" indent="-240030" algn="l" defTabSz="960120" rtl="0" eaLnBrk="1" latinLnBrk="0" hangingPunct="1">
        <a:lnSpc>
          <a:spcPct val="90000"/>
        </a:lnSpc>
        <a:spcBef>
          <a:spcPts val="630"/>
        </a:spcBef>
        <a:buFont typeface="Arial" panose="020B0604020202020204" pitchFamily="34" charset="0"/>
        <a:buChar char="•"/>
        <a:defRPr sz="1260" kern="1200">
          <a:solidFill>
            <a:schemeClr val="tx1">
              <a:lumMod val="65000"/>
              <a:lumOff val="3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80210" indent="-240030" algn="l" defTabSz="960120" rtl="0" eaLnBrk="1" latinLnBrk="0" hangingPunct="1">
        <a:lnSpc>
          <a:spcPct val="90000"/>
        </a:lnSpc>
        <a:spcBef>
          <a:spcPts val="630"/>
        </a:spcBef>
        <a:buFont typeface="Arial" panose="020B0604020202020204" pitchFamily="34" charset="0"/>
        <a:buChar char="•"/>
        <a:defRPr sz="1155" kern="1200">
          <a:solidFill>
            <a:schemeClr val="tx1">
              <a:lumMod val="65000"/>
              <a:lumOff val="3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160270" indent="-240030" algn="l" defTabSz="960120" rtl="0" eaLnBrk="1" latinLnBrk="0" hangingPunct="1">
        <a:lnSpc>
          <a:spcPct val="90000"/>
        </a:lnSpc>
        <a:spcBef>
          <a:spcPts val="630"/>
        </a:spcBef>
        <a:buFont typeface="Arial" panose="020B0604020202020204" pitchFamily="34" charset="0"/>
        <a:buChar char="•"/>
        <a:defRPr sz="1155" kern="1200">
          <a:solidFill>
            <a:schemeClr val="tx1">
              <a:lumMod val="65000"/>
              <a:lumOff val="3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64033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6pPr>
      <a:lvl7pPr marL="312039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7pPr>
      <a:lvl8pPr marL="360045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8pPr>
      <a:lvl9pPr marL="408051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1pPr>
      <a:lvl2pPr marL="48006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2pPr>
      <a:lvl3pPr marL="96012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3pPr>
      <a:lvl4pPr marL="144018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4pPr>
      <a:lvl5pPr marL="192024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5pPr>
      <a:lvl6pPr marL="240030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6pPr>
      <a:lvl7pPr marL="288036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7pPr>
      <a:lvl8pPr marL="336042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8pPr>
      <a:lvl9pPr marL="384048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 hidden="1"/>
          <p:cNvGraphicFramePr>
            <a:graphicFrameLocks noChangeAspect="1"/>
          </p:cNvGraphicFramePr>
          <p:nvPr userDrawn="1">
            <p:custDataLst>
              <p:tags r:id="rId12"/>
            </p:custDataLst>
          </p:nvPr>
        </p:nvGraphicFramePr>
        <p:xfrm>
          <a:off x="1668" y="1668"/>
          <a:ext cx="1666" cy="16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3" imgW="0" imgH="0" progId="TCLayout.ActiveDocument.1">
                  <p:embed/>
                </p:oleObj>
              </mc:Choice>
              <mc:Fallback>
                <p:oleObj name="think-cell Slide" r:id="rId13" imgW="0" imgH="0" progId="TCLayout.ActiveDocument.1">
                  <p:embed/>
                  <p:pic>
                    <p:nvPicPr>
                      <p:cNvPr id="0" name="对象 2" hidden="1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668" y="1668"/>
                        <a:ext cx="1666" cy="166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矩形 7"/>
          <p:cNvSpPr/>
          <p:nvPr userDrawn="1"/>
        </p:nvSpPr>
        <p:spPr>
          <a:xfrm>
            <a:off x="0" y="0"/>
            <a:ext cx="12801600" cy="64828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00">
              <a:solidFill>
                <a:prstClr val="white"/>
              </a:solidFill>
            </a:endParaRPr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302400" y="-131296"/>
            <a:ext cx="11316830" cy="9828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pic>
        <p:nvPicPr>
          <p:cNvPr id="5" name="Picture 2" descr="http://su.bdimg.com/static/skin/img/logo_white.png"/>
          <p:cNvPicPr>
            <a:picLocks noChangeAspect="1" noChangeArrowheads="1"/>
          </p:cNvPicPr>
          <p:nvPr userDrawn="1"/>
        </p:nvPicPr>
        <p:blipFill>
          <a:blip r:embed="rId15" cstate="email"/>
          <a:srcRect/>
          <a:stretch>
            <a:fillRect/>
          </a:stretch>
        </p:blipFill>
        <p:spPr bwMode="auto">
          <a:xfrm>
            <a:off x="11456106" y="4362"/>
            <a:ext cx="1327666" cy="630079"/>
          </a:xfrm>
          <a:prstGeom prst="rect">
            <a:avLst/>
          </a:prstGeom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  <p:sldLayoutId id="2147483693" r:id="rId2"/>
    <p:sldLayoutId id="2147483694" r:id="rId3"/>
    <p:sldLayoutId id="2147483695" r:id="rId4"/>
    <p:sldLayoutId id="2147483696" r:id="rId5"/>
    <p:sldLayoutId id="2147483697" r:id="rId6"/>
    <p:sldLayoutId id="2147483698" r:id="rId7"/>
    <p:sldLayoutId id="2147483699" r:id="rId8"/>
    <p:sldLayoutId id="2147483700" r:id="rId9"/>
    <p:sldLayoutId id="2147483701" r:id="rId10"/>
  </p:sldLayoutIdLst>
  <p:hf hdr="0" ftr="0" dt="0"/>
  <p:txStyles>
    <p:titleStyle>
      <a:lvl1pPr algn="l" defTabSz="960120" rtl="0" eaLnBrk="1" latinLnBrk="0" hangingPunct="1">
        <a:lnSpc>
          <a:spcPct val="90000"/>
        </a:lnSpc>
        <a:spcBef>
          <a:spcPct val="0"/>
        </a:spcBef>
        <a:buNone/>
        <a:defRPr sz="2520" b="1" kern="1200">
          <a:solidFill>
            <a:schemeClr val="bg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40030" indent="-240030" algn="l" defTabSz="960120" rtl="0" eaLnBrk="1" latinLnBrk="0" hangingPunct="1">
        <a:lnSpc>
          <a:spcPct val="90000"/>
        </a:lnSpc>
        <a:spcBef>
          <a:spcPts val="630"/>
        </a:spcBef>
        <a:buFont typeface="Arial" panose="020B0604020202020204" pitchFamily="34" charset="0"/>
        <a:buChar char="•"/>
        <a:defRPr sz="1680" kern="1200">
          <a:solidFill>
            <a:schemeClr val="tx1">
              <a:lumMod val="65000"/>
              <a:lumOff val="3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720090" indent="-240030" algn="l" defTabSz="960120" rtl="0" eaLnBrk="1" latinLnBrk="0" hangingPunct="1">
        <a:lnSpc>
          <a:spcPct val="90000"/>
        </a:lnSpc>
        <a:spcBef>
          <a:spcPts val="630"/>
        </a:spcBef>
        <a:buFont typeface="Arial" panose="020B0604020202020204" pitchFamily="34" charset="0"/>
        <a:buChar char="•"/>
        <a:defRPr sz="1470" kern="1200">
          <a:solidFill>
            <a:schemeClr val="tx1">
              <a:lumMod val="65000"/>
              <a:lumOff val="3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200150" indent="-240030" algn="l" defTabSz="960120" rtl="0" eaLnBrk="1" latinLnBrk="0" hangingPunct="1">
        <a:lnSpc>
          <a:spcPct val="90000"/>
        </a:lnSpc>
        <a:spcBef>
          <a:spcPts val="630"/>
        </a:spcBef>
        <a:buFont typeface="Arial" panose="020B0604020202020204" pitchFamily="34" charset="0"/>
        <a:buChar char="•"/>
        <a:defRPr sz="1260" kern="1200">
          <a:solidFill>
            <a:schemeClr val="tx1">
              <a:lumMod val="65000"/>
              <a:lumOff val="3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80210" indent="-240030" algn="l" defTabSz="960120" rtl="0" eaLnBrk="1" latinLnBrk="0" hangingPunct="1">
        <a:lnSpc>
          <a:spcPct val="90000"/>
        </a:lnSpc>
        <a:spcBef>
          <a:spcPts val="630"/>
        </a:spcBef>
        <a:buFont typeface="Arial" panose="020B0604020202020204" pitchFamily="34" charset="0"/>
        <a:buChar char="•"/>
        <a:defRPr sz="1155" kern="1200">
          <a:solidFill>
            <a:schemeClr val="tx1">
              <a:lumMod val="65000"/>
              <a:lumOff val="3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160270" indent="-240030" algn="l" defTabSz="960120" rtl="0" eaLnBrk="1" latinLnBrk="0" hangingPunct="1">
        <a:lnSpc>
          <a:spcPct val="90000"/>
        </a:lnSpc>
        <a:spcBef>
          <a:spcPts val="630"/>
        </a:spcBef>
        <a:buFont typeface="Arial" panose="020B0604020202020204" pitchFamily="34" charset="0"/>
        <a:buChar char="•"/>
        <a:defRPr sz="1155" kern="1200">
          <a:solidFill>
            <a:schemeClr val="tx1">
              <a:lumMod val="65000"/>
              <a:lumOff val="3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64033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6pPr>
      <a:lvl7pPr marL="312039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7pPr>
      <a:lvl8pPr marL="360045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8pPr>
      <a:lvl9pPr marL="408051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1pPr>
      <a:lvl2pPr marL="48006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2pPr>
      <a:lvl3pPr marL="96012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3pPr>
      <a:lvl4pPr marL="144018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4pPr>
      <a:lvl5pPr marL="192024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5pPr>
      <a:lvl6pPr marL="240030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6pPr>
      <a:lvl7pPr marL="288036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7pPr>
      <a:lvl8pPr marL="336042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8pPr>
      <a:lvl9pPr marL="384048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349196" y="4117676"/>
            <a:ext cx="8103209" cy="5344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094740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2875" dirty="0">
                <a:solidFill>
                  <a:prstClr val="white">
                    <a:lumMod val="50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AEB</a:t>
            </a:r>
            <a:r>
              <a:rPr lang="zh-CN" altLang="en-US" sz="2875" dirty="0">
                <a:solidFill>
                  <a:prstClr val="white">
                    <a:lumMod val="50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2875" dirty="0">
                <a:solidFill>
                  <a:prstClr val="white">
                    <a:lumMod val="50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&amp;</a:t>
            </a:r>
            <a:r>
              <a:rPr lang="zh-CN" altLang="en-US" sz="2875" dirty="0">
                <a:solidFill>
                  <a:prstClr val="white">
                    <a:lumMod val="50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拓扑建图  </a:t>
            </a:r>
            <a:r>
              <a:rPr lang="en-US" altLang="zh-CN" sz="2875" dirty="0">
                <a:solidFill>
                  <a:prstClr val="white">
                    <a:lumMod val="50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|</a:t>
            </a:r>
            <a:r>
              <a:rPr lang="zh-CN" altLang="en-US" sz="2875" dirty="0">
                <a:solidFill>
                  <a:prstClr val="white">
                    <a:lumMod val="50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 孙冬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00962" y="3024386"/>
            <a:ext cx="819967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094740">
              <a:spcBef>
                <a:spcPct val="20000"/>
              </a:spcBef>
              <a:buClr>
                <a:srgbClr val="2318DE"/>
              </a:buClr>
              <a:buSzPct val="150000"/>
            </a:pPr>
            <a:r>
              <a:rPr lang="en-US" altLang="zh-CN" sz="44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2023</a:t>
            </a:r>
            <a:r>
              <a:rPr lang="zh-CN" altLang="en-US" sz="44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年度述职报告</a:t>
            </a:r>
            <a:endParaRPr lang="en-US" altLang="zh-CN" sz="4400" b="1" kern="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 Unicode MS" panose="020B0604020202020204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FDD6114A-F44E-A2B3-9F46-2878992977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5139008"/>
              </p:ext>
            </p:extLst>
          </p:nvPr>
        </p:nvGraphicFramePr>
        <p:xfrm>
          <a:off x="564431" y="1440209"/>
          <a:ext cx="11672738" cy="4333119"/>
        </p:xfrm>
        <a:graphic>
          <a:graphicData uri="http://schemas.openxmlformats.org/drawingml/2006/table">
            <a:tbl>
              <a:tblPr/>
              <a:tblGrid>
                <a:gridCol w="2300096">
                  <a:extLst>
                    <a:ext uri="{9D8B030D-6E8A-4147-A177-3AD203B41FA5}">
                      <a16:colId xmlns:a16="http://schemas.microsoft.com/office/drawing/2014/main" val="3926024327"/>
                    </a:ext>
                  </a:extLst>
                </a:gridCol>
                <a:gridCol w="9372642">
                  <a:extLst>
                    <a:ext uri="{9D8B030D-6E8A-4147-A177-3AD203B41FA5}">
                      <a16:colId xmlns:a16="http://schemas.microsoft.com/office/drawing/2014/main" val="1259591269"/>
                    </a:ext>
                  </a:extLst>
                </a:gridCol>
              </a:tblGrid>
              <a:tr h="567004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600" b="1" dirty="0">
                          <a:effectLst/>
                        </a:rPr>
                        <a:t>目标</a:t>
                      </a:r>
                      <a:endParaRPr lang="zh-CN" altLang="en-US" sz="1600" dirty="0">
                        <a:effectLst/>
                      </a:endParaRPr>
                    </a:p>
                  </a:txBody>
                  <a:tcPr marL="42003" marR="42003" marT="21001" marB="21001" anchor="ctr">
                    <a:lnL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" sz="1600" b="1" dirty="0">
                          <a:effectLst/>
                        </a:rPr>
                        <a:t>KR</a:t>
                      </a:r>
                      <a:r>
                        <a:rPr lang="zh-CN" altLang="en-US" sz="1600" b="1" dirty="0">
                          <a:effectLst/>
                        </a:rPr>
                        <a:t>及达成情况</a:t>
                      </a:r>
                      <a:endParaRPr lang="zh-CN" altLang="en-US" sz="1600" dirty="0">
                        <a:effectLst/>
                      </a:endParaRPr>
                    </a:p>
                  </a:txBody>
                  <a:tcPr marL="42003" marR="42003" marT="21001" marB="21001" anchor="ctr">
                    <a:lnL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6131731"/>
                  </a:ext>
                </a:extLst>
              </a:tr>
              <a:tr h="657133">
                <a:tc rowSpan="3">
                  <a:txBody>
                    <a:bodyPr/>
                    <a:lstStyle/>
                    <a:p>
                      <a:pPr algn="l" fontAlgn="ctr"/>
                      <a:r>
                        <a:rPr lang="en" sz="1600" b="1" dirty="0">
                          <a:solidFill>
                            <a:srgbClr val="000000"/>
                          </a:solidFill>
                          <a:effectLst/>
                        </a:rPr>
                        <a:t>O1：</a:t>
                      </a:r>
                      <a:r>
                        <a:rPr lang="zh-CN" altLang="en-US" sz="1600" b="1" dirty="0">
                          <a:solidFill>
                            <a:srgbClr val="000000"/>
                          </a:solidFill>
                          <a:effectLst/>
                        </a:rPr>
                        <a:t>重构</a:t>
                      </a:r>
                      <a:r>
                        <a:rPr lang="en" sz="1600" b="1" dirty="0">
                          <a:solidFill>
                            <a:srgbClr val="000000"/>
                          </a:solidFill>
                          <a:effectLst/>
                        </a:rPr>
                        <a:t>AEB</a:t>
                      </a:r>
                      <a:r>
                        <a:rPr lang="zh-CN" altLang="en-US" sz="1600" b="1" dirty="0">
                          <a:solidFill>
                            <a:srgbClr val="000000"/>
                          </a:solidFill>
                          <a:effectLst/>
                        </a:rPr>
                        <a:t>后处理算法，持续优化迭代，降低误触发率</a:t>
                      </a:r>
                      <a:endParaRPr lang="zh-CN" altLang="en-US" sz="1600" dirty="0">
                        <a:effectLst/>
                      </a:endParaRPr>
                    </a:p>
                  </a:txBody>
                  <a:tcPr marL="42003" marR="42003" marT="21001" marB="21001" anchor="ctr">
                    <a:lnL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" altLang="zh-CN" sz="1600" b="1" dirty="0">
                          <a:solidFill>
                            <a:srgbClr val="000000"/>
                          </a:solidFill>
                          <a:effectLst/>
                        </a:rPr>
                        <a:t>KR1：</a:t>
                      </a:r>
                      <a:r>
                        <a:rPr lang="zh-CN" altLang="en-US" sz="1600" b="1" dirty="0">
                          <a:solidFill>
                            <a:srgbClr val="000000"/>
                          </a:solidFill>
                          <a:effectLst/>
                        </a:rPr>
                        <a:t>优先接口集度</a:t>
                      </a:r>
                      <a:r>
                        <a:rPr lang="en" altLang="zh-CN" sz="1600" b="1" dirty="0">
                          <a:solidFill>
                            <a:srgbClr val="000000"/>
                          </a:solidFill>
                          <a:effectLst/>
                        </a:rPr>
                        <a:t>AEB/FCW</a:t>
                      </a:r>
                      <a:r>
                        <a:rPr lang="zh-CN" altLang="en-US" sz="1600" b="1" dirty="0">
                          <a:solidFill>
                            <a:srgbClr val="000000"/>
                          </a:solidFill>
                          <a:effectLst/>
                        </a:rPr>
                        <a:t>问题分析，保障共研需求</a:t>
                      </a:r>
                      <a:endParaRPr lang="en-US" altLang="zh-CN" sz="1600" b="1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l" fontAlgn="t"/>
                      <a:r>
                        <a:rPr lang="zh-CN" altLang="en-US" sz="1600" dirty="0">
                          <a:effectLst/>
                        </a:rPr>
                        <a:t>完成情况：顺利完成对接工作，得到了集度同学的认可。</a:t>
                      </a:r>
                    </a:p>
                  </a:txBody>
                  <a:tcPr marL="42003" marR="42003" marT="21001" marB="21001" anchor="ctr">
                    <a:lnL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22192194"/>
                  </a:ext>
                </a:extLst>
              </a:tr>
              <a:tr h="1202059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" sz="1600" b="1" dirty="0">
                          <a:solidFill>
                            <a:srgbClr val="000000"/>
                          </a:solidFill>
                          <a:effectLst/>
                        </a:rPr>
                        <a:t>KR2：</a:t>
                      </a:r>
                      <a:r>
                        <a:rPr lang="zh-CN" altLang="en-US" sz="1600" b="1" dirty="0">
                          <a:solidFill>
                            <a:srgbClr val="000000"/>
                          </a:solidFill>
                          <a:effectLst/>
                        </a:rPr>
                        <a:t>重构</a:t>
                      </a:r>
                      <a:r>
                        <a:rPr lang="en" sz="1600" b="1" dirty="0">
                          <a:solidFill>
                            <a:srgbClr val="000000"/>
                          </a:solidFill>
                          <a:effectLst/>
                        </a:rPr>
                        <a:t>AEB</a:t>
                      </a:r>
                      <a:r>
                        <a:rPr lang="zh-CN" altLang="en-US" sz="1600" b="1" dirty="0">
                          <a:solidFill>
                            <a:srgbClr val="000000"/>
                          </a:solidFill>
                          <a:effectLst/>
                        </a:rPr>
                        <a:t>感知后处理算法，支撑</a:t>
                      </a:r>
                      <a:r>
                        <a:rPr lang="en-US" altLang="zh-CN" sz="1600" b="1" dirty="0">
                          <a:solidFill>
                            <a:srgbClr val="000000"/>
                          </a:solidFill>
                          <a:effectLst/>
                        </a:rPr>
                        <a:t>AEB</a:t>
                      </a:r>
                      <a:r>
                        <a:rPr lang="zh-CN" altLang="en-US" sz="1600" b="1" dirty="0">
                          <a:solidFill>
                            <a:srgbClr val="000000"/>
                          </a:solidFill>
                          <a:effectLst/>
                        </a:rPr>
                        <a:t>障碍物算法优化升级</a:t>
                      </a:r>
                      <a:endParaRPr lang="en-US" altLang="zh-CN" sz="1600" b="1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l" fontAlgn="t"/>
                      <a:r>
                        <a:rPr lang="zh-CN" altLang="en-US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完成情况：完成</a:t>
                      </a:r>
                      <a:r>
                        <a:rPr lang="en" altLang="zh-CN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AEB</a:t>
                      </a:r>
                      <a:r>
                        <a:rPr lang="zh-CN" altLang="en-US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算法重构及上车测试工作，并对部分代码进行优化。</a:t>
                      </a:r>
                      <a:endParaRPr lang="en-US" altLang="zh-CN" sz="16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l" fontAlgn="t"/>
                      <a:r>
                        <a:rPr lang="zh-CN" altLang="en-US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分析解决路测</a:t>
                      </a:r>
                      <a:r>
                        <a:rPr lang="en" altLang="zh-CN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AEB</a:t>
                      </a:r>
                      <a:r>
                        <a:rPr lang="zh-CN" altLang="en-US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误触发相关</a:t>
                      </a:r>
                      <a:r>
                        <a:rPr lang="en" altLang="zh-CN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case</a:t>
                      </a:r>
                      <a:r>
                        <a:rPr lang="zh-CN" altLang="en-US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，不断降低误触发率</a:t>
                      </a:r>
                      <a:r>
                        <a:rPr lang="zh-CN" altLang="en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。</a:t>
                      </a:r>
                      <a:endParaRPr lang="en-US" altLang="zh-CN" sz="16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l" fontAlgn="t"/>
                      <a:r>
                        <a:rPr lang="zh-CN" altLang="en-US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暂停相关工作时，实车路测误触发优于</a:t>
                      </a:r>
                      <a:r>
                        <a:rPr lang="en-US" altLang="zh-CN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10000</a:t>
                      </a:r>
                      <a:r>
                        <a:rPr lang="en" altLang="zh-CN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km/</a:t>
                      </a:r>
                      <a:r>
                        <a:rPr lang="zh-CN" altLang="en-US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次，部分完成误触发率目标。</a:t>
                      </a:r>
                      <a:endParaRPr lang="en" altLang="zh-CN" sz="16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2003" marR="42003" marT="21001" marB="21001" anchor="ctr">
                    <a:lnL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40310576"/>
                  </a:ext>
                </a:extLst>
              </a:tr>
              <a:tr h="995285">
                <a:tc vMerge="1">
                  <a:txBody>
                    <a:bodyPr/>
                    <a:lstStyle/>
                    <a:p>
                      <a:pPr algn="l" fontAlgn="ctr"/>
                      <a:endParaRPr lang="zh-CN" altLang="en-US" sz="1600" dirty="0">
                        <a:effectLst/>
                      </a:endParaRPr>
                    </a:p>
                  </a:txBody>
                  <a:tcPr marL="42003" marR="42003" marT="21001" marB="21001" anchor="ctr">
                    <a:lnL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" altLang="zh-CN" sz="1600" b="1" dirty="0">
                          <a:solidFill>
                            <a:srgbClr val="000000"/>
                          </a:solidFill>
                          <a:effectLst/>
                        </a:rPr>
                        <a:t>KR</a:t>
                      </a:r>
                      <a:r>
                        <a:rPr lang="en-US" altLang="zh-CN" sz="1600" b="1" dirty="0">
                          <a:solidFill>
                            <a:srgbClr val="000000"/>
                          </a:solidFill>
                          <a:effectLst/>
                        </a:rPr>
                        <a:t>3</a:t>
                      </a:r>
                      <a:r>
                        <a:rPr lang="en" altLang="zh-CN" sz="1600" b="1" dirty="0">
                          <a:solidFill>
                            <a:srgbClr val="000000"/>
                          </a:solidFill>
                          <a:effectLst/>
                        </a:rPr>
                        <a:t>：</a:t>
                      </a:r>
                      <a:r>
                        <a:rPr lang="zh-CN" altLang="en-US" sz="1600" b="1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建立</a:t>
                      </a:r>
                      <a:r>
                        <a:rPr lang="en" altLang="zh-CN" sz="1600" b="1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AEB</a:t>
                      </a:r>
                      <a:r>
                        <a:rPr lang="zh-CN" altLang="en-US" sz="1600" b="1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感知评测体系，支持</a:t>
                      </a:r>
                      <a:r>
                        <a:rPr lang="en" altLang="zh-CN" sz="1600" b="1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record</a:t>
                      </a:r>
                      <a:r>
                        <a:rPr lang="zh-CN" altLang="en-US" sz="1600" b="1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离线回归评测，推动自研感知迭代升级</a:t>
                      </a:r>
                    </a:p>
                    <a:p>
                      <a:pPr algn="l" fontAlgn="t"/>
                      <a:r>
                        <a:rPr lang="zh-CN" altLang="en-US" sz="1600" dirty="0">
                          <a:solidFill>
                            <a:srgbClr val="000000"/>
                          </a:solidFill>
                          <a:effectLst/>
                        </a:rPr>
                        <a:t>完成情况：</a:t>
                      </a:r>
                      <a:r>
                        <a:rPr lang="en" altLang="zh-CN" sz="160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AEB</a:t>
                      </a:r>
                      <a:r>
                        <a:rPr lang="zh-CN" altLang="en-US" sz="160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感知评测工具搭建完成，支持评测可视化展示，可以通过</a:t>
                      </a:r>
                      <a:r>
                        <a:rPr lang="en-US" altLang="zh-CN" sz="160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record</a:t>
                      </a:r>
                      <a:r>
                        <a:rPr lang="zh-CN" altLang="en-US" sz="160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文件统计各种评价指标，满足定量分析需求。</a:t>
                      </a:r>
                      <a:endParaRPr lang="en-US" altLang="zh-CN" sz="1600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2003" marR="42003" marT="21001" marB="21001" anchor="ctr">
                    <a:lnL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38915149"/>
                  </a:ext>
                </a:extLst>
              </a:tr>
              <a:tr h="911638">
                <a:tc>
                  <a:txBody>
                    <a:bodyPr/>
                    <a:lstStyle/>
                    <a:p>
                      <a:pPr algn="l" fontAlgn="ctr"/>
                      <a:r>
                        <a:rPr lang="en" sz="1600" b="1" dirty="0">
                          <a:solidFill>
                            <a:srgbClr val="000000"/>
                          </a:solidFill>
                          <a:effectLst/>
                        </a:rPr>
                        <a:t>O</a:t>
                      </a:r>
                      <a:r>
                        <a:rPr lang="en-US" altLang="zh-CN" sz="1600" b="1" dirty="0">
                          <a:solidFill>
                            <a:srgbClr val="000000"/>
                          </a:solidFill>
                          <a:effectLst/>
                        </a:rPr>
                        <a:t>2</a:t>
                      </a:r>
                      <a:r>
                        <a:rPr lang="en" sz="1600" b="1" dirty="0">
                          <a:solidFill>
                            <a:srgbClr val="000000"/>
                          </a:solidFill>
                          <a:effectLst/>
                        </a:rPr>
                        <a:t>：</a:t>
                      </a:r>
                      <a:r>
                        <a:rPr lang="zh-CN" altLang="en-US" sz="1600" b="1" dirty="0">
                          <a:solidFill>
                            <a:srgbClr val="000000"/>
                          </a:solidFill>
                          <a:effectLst/>
                        </a:rPr>
                        <a:t>负责拓扑建图中拓扑元素 </a:t>
                      </a:r>
                      <a:r>
                        <a:rPr lang="en" sz="1600" b="1" dirty="0">
                          <a:solidFill>
                            <a:srgbClr val="000000"/>
                          </a:solidFill>
                          <a:effectLst/>
                        </a:rPr>
                        <a:t>Link/Dot </a:t>
                      </a:r>
                      <a:r>
                        <a:rPr lang="zh-CN" altLang="en-US" sz="1600" b="1" dirty="0">
                          <a:solidFill>
                            <a:srgbClr val="000000"/>
                          </a:solidFill>
                          <a:effectLst/>
                        </a:rPr>
                        <a:t>生成算法</a:t>
                      </a:r>
                      <a:endParaRPr lang="zh-CN" altLang="en-US" sz="1600" dirty="0">
                        <a:effectLst/>
                      </a:endParaRPr>
                    </a:p>
                  </a:txBody>
                  <a:tcPr marL="42003" marR="42003" marT="21001" marB="21001" anchor="ctr">
                    <a:lnL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" sz="1600" b="1" dirty="0">
                          <a:solidFill>
                            <a:srgbClr val="000000"/>
                          </a:solidFill>
                          <a:effectLst/>
                        </a:rPr>
                        <a:t>KR1：</a:t>
                      </a:r>
                      <a:r>
                        <a:rPr lang="zh-CN" altLang="en-US" sz="1600" b="1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完成拓扑建图</a:t>
                      </a:r>
                      <a:r>
                        <a:rPr lang="en-US" altLang="zh-CN" sz="1600" b="1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link</a:t>
                      </a:r>
                      <a:r>
                        <a:rPr lang="zh-CN" altLang="en-US" sz="1600" b="1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生成方案升级，提高</a:t>
                      </a:r>
                      <a:r>
                        <a:rPr lang="en-US" altLang="zh-CN" sz="1600" b="1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link/dot</a:t>
                      </a:r>
                      <a:r>
                        <a:rPr lang="zh-CN" altLang="en-US" sz="1600" b="1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生成稳定性</a:t>
                      </a:r>
                    </a:p>
                    <a:p>
                      <a:pPr algn="l" fontAlgn="t"/>
                      <a:r>
                        <a:rPr lang="zh-CN" altLang="en-US" sz="1600" dirty="0">
                          <a:solidFill>
                            <a:srgbClr val="000000"/>
                          </a:solidFill>
                          <a:effectLst/>
                        </a:rPr>
                        <a:t>完成情况：</a:t>
                      </a:r>
                      <a:r>
                        <a:rPr lang="en" altLang="zh-CN" sz="1600" dirty="0">
                          <a:solidFill>
                            <a:srgbClr val="000000"/>
                          </a:solidFill>
                          <a:effectLst/>
                        </a:rPr>
                        <a:t>link polygon</a:t>
                      </a:r>
                      <a:r>
                        <a:rPr lang="zh-CN" altLang="en-US" sz="1600" dirty="0">
                          <a:solidFill>
                            <a:srgbClr val="000000"/>
                          </a:solidFill>
                          <a:effectLst/>
                        </a:rPr>
                        <a:t>方案开发完成，顺利上线，通过不断迭代优化，</a:t>
                      </a:r>
                      <a:r>
                        <a:rPr lang="en" altLang="zh-CN" sz="1600" dirty="0">
                          <a:solidFill>
                            <a:srgbClr val="000000"/>
                          </a:solidFill>
                          <a:effectLst/>
                        </a:rPr>
                        <a:t>link</a:t>
                      </a:r>
                      <a:r>
                        <a:rPr lang="zh-CN" altLang="en-US" sz="1600" dirty="0">
                          <a:solidFill>
                            <a:srgbClr val="000000"/>
                          </a:solidFill>
                          <a:effectLst/>
                        </a:rPr>
                        <a:t>生成问题逐渐收敛。</a:t>
                      </a:r>
                      <a:endParaRPr lang="en-US" altLang="zh-CN" sz="160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l" fontAlgn="t"/>
                      <a:r>
                        <a:rPr lang="zh-CN" altLang="en-US" sz="1600" dirty="0">
                          <a:solidFill>
                            <a:srgbClr val="000000"/>
                          </a:solidFill>
                          <a:effectLst/>
                        </a:rPr>
                        <a:t>优化</a:t>
                      </a:r>
                      <a:r>
                        <a:rPr lang="en" altLang="zh-CN" sz="1600" dirty="0" err="1">
                          <a:solidFill>
                            <a:srgbClr val="000000"/>
                          </a:solidFill>
                          <a:effectLst/>
                        </a:rPr>
                        <a:t>dueye</a:t>
                      </a:r>
                      <a:r>
                        <a:rPr lang="zh-CN" altLang="en-US" sz="1600" dirty="0">
                          <a:solidFill>
                            <a:srgbClr val="000000"/>
                          </a:solidFill>
                          <a:effectLst/>
                        </a:rPr>
                        <a:t>显示工具，提升了研发效率。</a:t>
                      </a:r>
                      <a:endParaRPr lang="zh-CN" altLang="en-US" sz="1600" dirty="0">
                        <a:effectLst/>
                      </a:endParaRPr>
                    </a:p>
                  </a:txBody>
                  <a:tcPr marL="42003" marR="42003" marT="21001" marB="21001" anchor="ctr">
                    <a:lnL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28471839"/>
                  </a:ext>
                </a:extLst>
              </a:tr>
            </a:tbl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868CB1E5-296B-E7F7-9167-ADFFFF6F30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6044"/>
            <a:ext cx="11521440" cy="1200150"/>
          </a:xfrm>
        </p:spPr>
        <p:txBody>
          <a:bodyPr>
            <a:normAutofit/>
          </a:bodyPr>
          <a:lstStyle/>
          <a:p>
            <a:r>
              <a:rPr kumimoji="1" lang="zh-CN" altLang="en-US" sz="3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核心任务及完成情况</a:t>
            </a:r>
          </a:p>
        </p:txBody>
      </p:sp>
    </p:spTree>
    <p:extLst>
      <p:ext uri="{BB962C8B-B14F-4D97-AF65-F5344CB8AC3E}">
        <p14:creationId xmlns:p14="http://schemas.microsoft.com/office/powerpoint/2010/main" val="40602472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3A15937-1142-E66A-BB9A-6A44E6A6F7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6044"/>
            <a:ext cx="11521440" cy="1200150"/>
          </a:xfrm>
        </p:spPr>
        <p:txBody>
          <a:bodyPr>
            <a:normAutofit/>
          </a:bodyPr>
          <a:lstStyle/>
          <a:p>
            <a:r>
              <a:rPr kumimoji="1" lang="zh-CN" altLang="en-US" sz="3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重构</a:t>
            </a:r>
            <a:r>
              <a:rPr kumimoji="1" lang="en-US" altLang="zh-CN" sz="3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AEB</a:t>
            </a:r>
            <a:r>
              <a:rPr kumimoji="1" lang="zh-CN" altLang="en-US" sz="3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后处理算法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BC4FD4D-711D-1734-BD7F-31313952EA3F}"/>
              </a:ext>
            </a:extLst>
          </p:cNvPr>
          <p:cNvSpPr txBox="1"/>
          <p:nvPr/>
        </p:nvSpPr>
        <p:spPr>
          <a:xfrm>
            <a:off x="997676" y="6017567"/>
            <a:ext cx="49201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2400" dirty="0">
                <a:solidFill>
                  <a:schemeClr val="tx2">
                    <a:lumMod val="60000"/>
                    <a:lumOff val="4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重构</a:t>
            </a:r>
            <a:r>
              <a:rPr kumimoji="1" lang="en-US" altLang="zh-CN" sz="2400" dirty="0">
                <a:solidFill>
                  <a:schemeClr val="tx2">
                    <a:lumMod val="60000"/>
                    <a:lumOff val="4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AEB</a:t>
            </a:r>
            <a:r>
              <a:rPr kumimoji="1" lang="zh-CN" altLang="en-US" sz="2400" dirty="0">
                <a:solidFill>
                  <a:schemeClr val="tx2">
                    <a:lumMod val="60000"/>
                    <a:lumOff val="4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后处理算法</a:t>
            </a:r>
            <a:r>
              <a:rPr kumimoji="1" lang="en-US" altLang="zh-CN" sz="2400" dirty="0">
                <a:solidFill>
                  <a:schemeClr val="tx2">
                    <a:lumMod val="60000"/>
                    <a:lumOff val="4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&amp;</a:t>
            </a:r>
            <a:r>
              <a:rPr kumimoji="1" lang="zh-CN" altLang="en-US" sz="2400" dirty="0">
                <a:solidFill>
                  <a:schemeClr val="tx2">
                    <a:lumMod val="60000"/>
                    <a:lumOff val="4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优化迭代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25A76CF-2DC6-9D34-7125-FADF2D9616E2}"/>
              </a:ext>
            </a:extLst>
          </p:cNvPr>
          <p:cNvSpPr txBox="1"/>
          <p:nvPr/>
        </p:nvSpPr>
        <p:spPr>
          <a:xfrm>
            <a:off x="615352" y="4099734"/>
            <a:ext cx="5929216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经过优化迭代，</a:t>
            </a:r>
            <a:r>
              <a:rPr kumimoji="1" lang="en-US" altLang="zh-CN" sz="1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AEB</a:t>
            </a:r>
            <a:r>
              <a:rPr kumimoji="1" lang="zh-CN" altLang="en-US" sz="1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“开卷考”误触发率指标提高</a:t>
            </a:r>
            <a:r>
              <a:rPr kumimoji="1" lang="en-US" altLang="zh-CN" sz="1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4.1</a:t>
            </a:r>
            <a:r>
              <a:rPr kumimoji="1" lang="zh-CN" altLang="en-US" sz="1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倍。</a:t>
            </a:r>
            <a:endParaRPr kumimoji="1" lang="en-US" altLang="zh-CN" sz="1800" b="1" dirty="0">
              <a:solidFill>
                <a:schemeClr val="tx1">
                  <a:lumMod val="65000"/>
                  <a:lumOff val="35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r>
              <a:rPr kumimoji="1" lang="zh-CN" altLang="en-US" sz="1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实际测试误触发达到</a:t>
            </a:r>
            <a:r>
              <a:rPr kumimoji="1" lang="en-US" altLang="zh-CN" sz="1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10000km/</a:t>
            </a:r>
            <a:r>
              <a:rPr kumimoji="1" lang="zh-CN" altLang="en-US" sz="1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次。</a:t>
            </a:r>
            <a:endParaRPr kumimoji="1" lang="en-US" altLang="zh-CN" sz="1800" b="1" dirty="0">
              <a:solidFill>
                <a:schemeClr val="tx1">
                  <a:lumMod val="65000"/>
                  <a:lumOff val="35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r>
              <a:rPr kumimoji="1" lang="en-US" altLang="zh-CN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[</a:t>
            </a:r>
            <a:r>
              <a:rPr kumimoji="1" lang="zh-CN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说明</a:t>
            </a:r>
            <a:r>
              <a:rPr kumimoji="1" lang="en-US" altLang="zh-CN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]</a:t>
            </a:r>
            <a:r>
              <a:rPr kumimoji="1" lang="zh-CN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开卷考</a:t>
            </a:r>
            <a:r>
              <a:rPr kumimoji="1" lang="en-US" altLang="zh-CN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: </a:t>
            </a:r>
            <a:r>
              <a:rPr kumimoji="1" lang="zh-CN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通过测试里程积累数据，对问题</a:t>
            </a:r>
            <a:r>
              <a:rPr kumimoji="1" lang="en" altLang="zh-CN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case</a:t>
            </a:r>
            <a:r>
              <a:rPr kumimoji="1" lang="zh-CN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进行本地回归测试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F3344DA-43B3-A6A4-5132-44D21C85A782}"/>
              </a:ext>
            </a:extLst>
          </p:cNvPr>
          <p:cNvSpPr txBox="1"/>
          <p:nvPr/>
        </p:nvSpPr>
        <p:spPr>
          <a:xfrm>
            <a:off x="6883779" y="6019105"/>
            <a:ext cx="52081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400" dirty="0">
                <a:solidFill>
                  <a:schemeClr val="tx2">
                    <a:lumMod val="60000"/>
                    <a:lumOff val="4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AEB</a:t>
            </a:r>
            <a:r>
              <a:rPr kumimoji="1" lang="zh-CN" altLang="en-US" sz="2400" dirty="0">
                <a:solidFill>
                  <a:schemeClr val="tx2">
                    <a:lumMod val="60000"/>
                    <a:lumOff val="4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感知评测工具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34F9052B-05D8-91F7-701B-527759E3544D}"/>
              </a:ext>
            </a:extLst>
          </p:cNvPr>
          <p:cNvSpPr txBox="1"/>
          <p:nvPr/>
        </p:nvSpPr>
        <p:spPr>
          <a:xfrm>
            <a:off x="7171811" y="4968602"/>
            <a:ext cx="492014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主要评测指标有：</a:t>
            </a:r>
            <a:r>
              <a:rPr kumimoji="1" lang="en" altLang="zh-CN" sz="1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precision</a:t>
            </a:r>
            <a:r>
              <a:rPr kumimoji="1" lang="zh-CN" altLang="en" sz="1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、</a:t>
            </a:r>
            <a:r>
              <a:rPr kumimoji="1" lang="en" altLang="zh-CN" sz="1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recall</a:t>
            </a:r>
            <a:r>
              <a:rPr kumimoji="1" lang="zh-CN" altLang="en-US" sz="1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以及在不同方向的位置、速度误差等</a:t>
            </a:r>
            <a:r>
              <a:rPr kumimoji="1" lang="zh-CN" altLang="en" sz="1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。</a:t>
            </a:r>
            <a:endParaRPr kumimoji="1" lang="en-US" altLang="zh-CN" sz="1800" b="1" dirty="0">
              <a:solidFill>
                <a:schemeClr val="tx1">
                  <a:lumMod val="65000"/>
                  <a:lumOff val="35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r>
              <a:rPr kumimoji="1" lang="zh-CN" altLang="en-US" sz="1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可视化工具显示</a:t>
            </a:r>
            <a:r>
              <a:rPr kumimoji="1" lang="en-US" altLang="zh-CN" sz="1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AEB</a:t>
            </a:r>
            <a:r>
              <a:rPr kumimoji="1" lang="zh-CN" altLang="en-US" sz="1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结果、</a:t>
            </a:r>
            <a:r>
              <a:rPr kumimoji="1" lang="en-US" altLang="zh-CN" sz="1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lidar</a:t>
            </a:r>
            <a:r>
              <a:rPr kumimoji="1" lang="zh-CN" altLang="en-US" sz="1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结果及二者匹配情况。</a:t>
            </a: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D48D7321-9891-5A9F-2D13-838552D897FF}"/>
              </a:ext>
            </a:extLst>
          </p:cNvPr>
          <p:cNvGrpSpPr/>
          <p:nvPr/>
        </p:nvGrpSpPr>
        <p:grpSpPr>
          <a:xfrm>
            <a:off x="2540087" y="1800590"/>
            <a:ext cx="4004729" cy="2140256"/>
            <a:chOff x="1747237" y="2455186"/>
            <a:chExt cx="7302577" cy="2274796"/>
          </a:xfrm>
        </p:grpSpPr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A000A8B8-632D-714E-B404-E91C5896DFD8}"/>
                </a:ext>
              </a:extLst>
            </p:cNvPr>
            <p:cNvSpPr txBox="1"/>
            <p:nvPr/>
          </p:nvSpPr>
          <p:spPr>
            <a:xfrm>
              <a:off x="1747237" y="2455187"/>
              <a:ext cx="2747018" cy="294412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200" b="1" dirty="0" err="1"/>
                <a:t>Onsemi_obstacle</a:t>
              </a:r>
              <a:endParaRPr lang="en-US" altLang="zh-CN" sz="1200" dirty="0"/>
            </a:p>
          </p:txBody>
        </p: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D7D17D8B-D04C-B7E5-44F5-8C309615FCCB}"/>
                </a:ext>
              </a:extLst>
            </p:cNvPr>
            <p:cNvSpPr txBox="1"/>
            <p:nvPr/>
          </p:nvSpPr>
          <p:spPr>
            <a:xfrm>
              <a:off x="4574125" y="2455186"/>
              <a:ext cx="2434071" cy="294412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200" b="1" dirty="0" err="1"/>
                <a:t>Onsemi_narrow</a:t>
              </a:r>
              <a:endParaRPr lang="en-US" altLang="zh-CN" sz="1200" dirty="0"/>
            </a:p>
          </p:txBody>
        </p: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E1624DCF-B9EB-BE13-026A-6D0AFC5C399B}"/>
                </a:ext>
              </a:extLst>
            </p:cNvPr>
            <p:cNvSpPr txBox="1"/>
            <p:nvPr/>
          </p:nvSpPr>
          <p:spPr>
            <a:xfrm>
              <a:off x="2985186" y="3429000"/>
              <a:ext cx="3018139" cy="294412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200" b="1" dirty="0" err="1"/>
                <a:t>camera_fusion</a:t>
              </a:r>
              <a:endParaRPr lang="en-US" altLang="zh-CN" sz="1200" dirty="0"/>
            </a:p>
          </p:txBody>
        </p:sp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27E82236-F1CC-6311-2EFB-6B01FF5B2A41}"/>
                </a:ext>
              </a:extLst>
            </p:cNvPr>
            <p:cNvSpPr txBox="1"/>
            <p:nvPr/>
          </p:nvSpPr>
          <p:spPr>
            <a:xfrm>
              <a:off x="7139135" y="2455187"/>
              <a:ext cx="1910679" cy="294412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28575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200" b="1" dirty="0" err="1"/>
                <a:t>Radar_front</a:t>
              </a:r>
              <a:endParaRPr lang="en-US" altLang="zh-CN" sz="1200" dirty="0"/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BCB15D0C-82E1-9F5F-4D94-475FD6D63BD5}"/>
                </a:ext>
              </a:extLst>
            </p:cNvPr>
            <p:cNvSpPr txBox="1"/>
            <p:nvPr/>
          </p:nvSpPr>
          <p:spPr>
            <a:xfrm>
              <a:off x="4219397" y="4435570"/>
              <a:ext cx="2620130" cy="294412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28575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200" b="1" dirty="0" err="1"/>
                <a:t>aeb_fusion</a:t>
              </a:r>
              <a:endParaRPr lang="en-US" altLang="zh-CN" sz="1200" dirty="0"/>
            </a:p>
          </p:txBody>
        </p:sp>
        <p:cxnSp>
          <p:nvCxnSpPr>
            <p:cNvPr id="30" name="肘形连接符 29">
              <a:extLst>
                <a:ext uri="{FF2B5EF4-FFF2-40B4-BE49-F238E27FC236}">
                  <a16:creationId xmlns:a16="http://schemas.microsoft.com/office/drawing/2014/main" id="{7F012505-A400-16AB-20C6-B0697E00397C}"/>
                </a:ext>
              </a:extLst>
            </p:cNvPr>
            <p:cNvCxnSpPr>
              <a:cxnSpLocks/>
              <a:stCxn id="25" idx="2"/>
              <a:endCxn id="27" idx="0"/>
            </p:cNvCxnSpPr>
            <p:nvPr/>
          </p:nvCxnSpPr>
          <p:spPr>
            <a:xfrm rot="16200000" flipH="1">
              <a:off x="3467802" y="2402544"/>
              <a:ext cx="679401" cy="1373510"/>
            </a:xfrm>
            <a:prstGeom prst="bentConnector3">
              <a:avLst/>
            </a:prstGeom>
            <a:ln w="12700">
              <a:solidFill>
                <a:srgbClr val="0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肘形连接符 30">
              <a:extLst>
                <a:ext uri="{FF2B5EF4-FFF2-40B4-BE49-F238E27FC236}">
                  <a16:creationId xmlns:a16="http://schemas.microsoft.com/office/drawing/2014/main" id="{9E3B58C3-C857-8A68-F416-66A02922456E}"/>
                </a:ext>
              </a:extLst>
            </p:cNvPr>
            <p:cNvCxnSpPr>
              <a:cxnSpLocks/>
              <a:stCxn id="26" idx="2"/>
              <a:endCxn id="27" idx="0"/>
            </p:cNvCxnSpPr>
            <p:nvPr/>
          </p:nvCxnSpPr>
          <p:spPr>
            <a:xfrm rot="5400000">
              <a:off x="4803008" y="2440846"/>
              <a:ext cx="679402" cy="1296905"/>
            </a:xfrm>
            <a:prstGeom prst="bentConnector3">
              <a:avLst/>
            </a:prstGeom>
            <a:ln w="12700">
              <a:solidFill>
                <a:srgbClr val="0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肘形连接符 31">
              <a:extLst>
                <a:ext uri="{FF2B5EF4-FFF2-40B4-BE49-F238E27FC236}">
                  <a16:creationId xmlns:a16="http://schemas.microsoft.com/office/drawing/2014/main" id="{274D1766-416F-61C9-CF85-3CAFFEA49FA8}"/>
                </a:ext>
              </a:extLst>
            </p:cNvPr>
            <p:cNvCxnSpPr>
              <a:cxnSpLocks/>
              <a:stCxn id="27" idx="2"/>
              <a:endCxn id="29" idx="0"/>
            </p:cNvCxnSpPr>
            <p:nvPr/>
          </p:nvCxnSpPr>
          <p:spPr>
            <a:xfrm rot="16200000" flipH="1">
              <a:off x="4655780" y="3561887"/>
              <a:ext cx="712159" cy="1035206"/>
            </a:xfrm>
            <a:prstGeom prst="bentConnector3">
              <a:avLst/>
            </a:prstGeom>
            <a:ln w="12700">
              <a:solidFill>
                <a:srgbClr val="0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肘形连接符 32">
              <a:extLst>
                <a:ext uri="{FF2B5EF4-FFF2-40B4-BE49-F238E27FC236}">
                  <a16:creationId xmlns:a16="http://schemas.microsoft.com/office/drawing/2014/main" id="{04465A05-B2BE-C98C-D60B-2C6BECA77A8A}"/>
                </a:ext>
              </a:extLst>
            </p:cNvPr>
            <p:cNvCxnSpPr>
              <a:stCxn id="28" idx="2"/>
              <a:endCxn id="29" idx="0"/>
            </p:cNvCxnSpPr>
            <p:nvPr/>
          </p:nvCxnSpPr>
          <p:spPr>
            <a:xfrm rot="5400000">
              <a:off x="5968984" y="2310078"/>
              <a:ext cx="1685972" cy="2565012"/>
            </a:xfrm>
            <a:prstGeom prst="bentConnector3">
              <a:avLst>
                <a:gd name="adj1" fmla="val 78823"/>
              </a:avLst>
            </a:prstGeom>
            <a:ln w="12700">
              <a:solidFill>
                <a:srgbClr val="0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3" name="文本框 42">
            <a:extLst>
              <a:ext uri="{FF2B5EF4-FFF2-40B4-BE49-F238E27FC236}">
                <a16:creationId xmlns:a16="http://schemas.microsoft.com/office/drawing/2014/main" id="{F944E591-3BAF-C7E6-01B2-A2A0E6F498A6}"/>
              </a:ext>
            </a:extLst>
          </p:cNvPr>
          <p:cNvSpPr txBox="1"/>
          <p:nvPr/>
        </p:nvSpPr>
        <p:spPr>
          <a:xfrm>
            <a:off x="615352" y="983782"/>
            <a:ext cx="592921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sz="1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AEB</a:t>
            </a:r>
            <a:r>
              <a:rPr kumimoji="1" lang="zh-CN" altLang="en-US" sz="1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传感器包括前广角相机、前长焦相机和前毫米波雷达。重构</a:t>
            </a:r>
            <a:r>
              <a:rPr kumimoji="1" lang="en-US" altLang="zh-CN" sz="1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AEB</a:t>
            </a:r>
            <a:r>
              <a:rPr kumimoji="1" lang="zh-CN" altLang="en-US" sz="1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感知后处理代码，负责</a:t>
            </a:r>
            <a:r>
              <a:rPr kumimoji="1" lang="en-US" altLang="zh-CN" sz="1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radar</a:t>
            </a:r>
            <a:r>
              <a:rPr kumimoji="1" lang="zh-CN" altLang="en-US" sz="1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和</a:t>
            </a:r>
            <a:r>
              <a:rPr kumimoji="1" lang="en-US" altLang="zh-CN" sz="18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aeb_fusion</a:t>
            </a:r>
            <a:r>
              <a:rPr kumimoji="1" lang="zh-CN" altLang="en-US" sz="1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部分。</a:t>
            </a:r>
            <a:endParaRPr kumimoji="1" lang="en-US" altLang="zh-CN" sz="1800" b="1" dirty="0">
              <a:solidFill>
                <a:schemeClr val="tx1">
                  <a:lumMod val="65000"/>
                  <a:lumOff val="35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pic>
        <p:nvPicPr>
          <p:cNvPr id="44" name="图片 43">
            <a:extLst>
              <a:ext uri="{FF2B5EF4-FFF2-40B4-BE49-F238E27FC236}">
                <a16:creationId xmlns:a16="http://schemas.microsoft.com/office/drawing/2014/main" id="{CBA71A57-F6B8-814B-9282-6CC88AF5AF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6904" y="3152057"/>
            <a:ext cx="4567887" cy="1791978"/>
          </a:xfrm>
          <a:prstGeom prst="rect">
            <a:avLst/>
          </a:prstGeom>
        </p:spPr>
      </p:pic>
      <p:pic>
        <p:nvPicPr>
          <p:cNvPr id="45" name="图片 44">
            <a:extLst>
              <a:ext uri="{FF2B5EF4-FFF2-40B4-BE49-F238E27FC236}">
                <a16:creationId xmlns:a16="http://schemas.microsoft.com/office/drawing/2014/main" id="{6EDDD07D-7152-83D9-7A0A-7AEAE2B175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6905" y="1047696"/>
            <a:ext cx="4567887" cy="2048698"/>
          </a:xfrm>
          <a:prstGeom prst="rect">
            <a:avLst/>
          </a:prstGeom>
        </p:spPr>
      </p:pic>
      <p:pic>
        <p:nvPicPr>
          <p:cNvPr id="47" name="图片 46">
            <a:extLst>
              <a:ext uri="{FF2B5EF4-FFF2-40B4-BE49-F238E27FC236}">
                <a16:creationId xmlns:a16="http://schemas.microsoft.com/office/drawing/2014/main" id="{2C31CB42-9BFC-B838-7CB1-582EF7195A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534" y="1800591"/>
            <a:ext cx="1805579" cy="2140256"/>
          </a:xfrm>
          <a:prstGeom prst="rect">
            <a:avLst/>
          </a:prstGeom>
        </p:spPr>
      </p:pic>
      <p:graphicFrame>
        <p:nvGraphicFramePr>
          <p:cNvPr id="51" name="表格 50">
            <a:extLst>
              <a:ext uri="{FF2B5EF4-FFF2-40B4-BE49-F238E27FC236}">
                <a16:creationId xmlns:a16="http://schemas.microsoft.com/office/drawing/2014/main" id="{BE120B46-4A6C-60D5-03C7-972361F25B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6132054"/>
              </p:ext>
            </p:extLst>
          </p:nvPr>
        </p:nvGraphicFramePr>
        <p:xfrm>
          <a:off x="634534" y="5019010"/>
          <a:ext cx="5910036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70012">
                  <a:extLst>
                    <a:ext uri="{9D8B030D-6E8A-4147-A177-3AD203B41FA5}">
                      <a16:colId xmlns:a16="http://schemas.microsoft.com/office/drawing/2014/main" val="1502329349"/>
                    </a:ext>
                  </a:extLst>
                </a:gridCol>
                <a:gridCol w="1970012">
                  <a:extLst>
                    <a:ext uri="{9D8B030D-6E8A-4147-A177-3AD203B41FA5}">
                      <a16:colId xmlns:a16="http://schemas.microsoft.com/office/drawing/2014/main" val="1236785273"/>
                    </a:ext>
                  </a:extLst>
                </a:gridCol>
                <a:gridCol w="1970012">
                  <a:extLst>
                    <a:ext uri="{9D8B030D-6E8A-4147-A177-3AD203B41FA5}">
                      <a16:colId xmlns:a16="http://schemas.microsoft.com/office/drawing/2014/main" val="30612773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zh-CN" altLang="en-US"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2022</a:t>
                      </a:r>
                      <a:r>
                        <a:rPr lang="zh-CN" altLang="en-US" sz="1800" dirty="0"/>
                        <a:t>年底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2023</a:t>
                      </a:r>
                      <a:r>
                        <a:rPr lang="zh-CN" altLang="en-US" sz="1800" dirty="0"/>
                        <a:t>年底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01707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1800" dirty="0"/>
                        <a:t>开卷考误触发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7300km/</a:t>
                      </a:r>
                      <a:r>
                        <a:rPr lang="zh-CN" altLang="en-US" sz="1800" dirty="0"/>
                        <a:t>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30000km/</a:t>
                      </a:r>
                      <a:r>
                        <a:rPr lang="zh-CN" altLang="en-US" sz="1800" dirty="0"/>
                        <a:t>次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95597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026279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图片 22">
            <a:extLst>
              <a:ext uri="{FF2B5EF4-FFF2-40B4-BE49-F238E27FC236}">
                <a16:creationId xmlns:a16="http://schemas.microsoft.com/office/drawing/2014/main" id="{EC450FF7-5B62-1D40-1258-1E4FC745F6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8932" y="2023170"/>
            <a:ext cx="1364384" cy="3665511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33A15937-1142-E66A-BB9A-6A44E6A6F7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6044"/>
            <a:ext cx="11521440" cy="1200150"/>
          </a:xfrm>
        </p:spPr>
        <p:txBody>
          <a:bodyPr>
            <a:normAutofit/>
          </a:bodyPr>
          <a:lstStyle/>
          <a:p>
            <a:r>
              <a:rPr kumimoji="1" lang="zh-CN" altLang="en-US" sz="3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拓扑元素</a:t>
            </a:r>
            <a:r>
              <a:rPr kumimoji="1" lang="en-US" altLang="zh-CN" sz="3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link/dot</a:t>
            </a:r>
            <a:r>
              <a:rPr kumimoji="1" lang="zh-CN" altLang="en-US" sz="3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生成</a:t>
            </a:r>
          </a:p>
        </p:txBody>
      </p:sp>
      <p:sp>
        <p:nvSpPr>
          <p:cNvPr id="5" name="右箭头 4">
            <a:extLst>
              <a:ext uri="{FF2B5EF4-FFF2-40B4-BE49-F238E27FC236}">
                <a16:creationId xmlns:a16="http://schemas.microsoft.com/office/drawing/2014/main" id="{2EE86486-4C84-79C6-8341-A34989BF1615}"/>
              </a:ext>
            </a:extLst>
          </p:cNvPr>
          <p:cNvSpPr/>
          <p:nvPr/>
        </p:nvSpPr>
        <p:spPr>
          <a:xfrm>
            <a:off x="1735515" y="3096394"/>
            <a:ext cx="140036" cy="1512168"/>
          </a:xfrm>
          <a:prstGeom prst="rightArrow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BC4FD4D-711D-1734-BD7F-31313952EA3F}"/>
              </a:ext>
            </a:extLst>
          </p:cNvPr>
          <p:cNvSpPr txBox="1"/>
          <p:nvPr/>
        </p:nvSpPr>
        <p:spPr>
          <a:xfrm>
            <a:off x="1480481" y="5875089"/>
            <a:ext cx="34563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400" dirty="0">
                <a:solidFill>
                  <a:schemeClr val="tx2">
                    <a:lumMod val="60000"/>
                    <a:lumOff val="4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Link</a:t>
            </a:r>
            <a:r>
              <a:rPr kumimoji="1" lang="zh-CN" altLang="en-US" sz="2400" dirty="0">
                <a:solidFill>
                  <a:schemeClr val="tx2">
                    <a:lumMod val="60000"/>
                    <a:lumOff val="4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生成方案升级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25A76CF-2DC6-9D34-7125-FADF2D9616E2}"/>
              </a:ext>
            </a:extLst>
          </p:cNvPr>
          <p:cNvSpPr txBox="1"/>
          <p:nvPr/>
        </p:nvSpPr>
        <p:spPr>
          <a:xfrm>
            <a:off x="287542" y="1243476"/>
            <a:ext cx="62857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从简单的直接打断方案升级为多边形</a:t>
            </a:r>
            <a:r>
              <a:rPr kumimoji="1" lang="en-US" altLang="zh-CN" sz="1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link</a:t>
            </a:r>
            <a:r>
              <a:rPr kumimoji="1" lang="zh-CN" altLang="en-US" sz="1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方案，从而使</a:t>
            </a:r>
            <a:r>
              <a:rPr kumimoji="1" lang="en-US" altLang="zh-CN" sz="1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link</a:t>
            </a:r>
            <a:r>
              <a:rPr kumimoji="1" lang="zh-CN" altLang="en-US" sz="1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形状可以适应复杂道路结构。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117F3ED-F604-909B-E334-857D30AFE64C}"/>
              </a:ext>
            </a:extLst>
          </p:cNvPr>
          <p:cNvSpPr txBox="1"/>
          <p:nvPr/>
        </p:nvSpPr>
        <p:spPr>
          <a:xfrm>
            <a:off x="7027795" y="2012493"/>
            <a:ext cx="5421677" cy="42473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Wingdings" pitchFamily="2" charset="2"/>
              <a:buChar char="l"/>
            </a:pPr>
            <a:r>
              <a:rPr kumimoji="1" lang="zh-CN" altLang="en-US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优化参考线选择</a:t>
            </a:r>
            <a:endParaRPr kumimoji="1" lang="en-US" altLang="zh-CN" sz="2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sz="1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优化参考线选择策略，考虑长度同时考虑平滑性</a:t>
            </a:r>
            <a:endParaRPr kumimoji="1" lang="en-US" altLang="zh-CN" sz="1800" b="1" dirty="0">
              <a:solidFill>
                <a:schemeClr val="tx1">
                  <a:lumMod val="65000"/>
                  <a:lumOff val="35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marL="457200" indent="-457200">
              <a:spcBef>
                <a:spcPts val="600"/>
              </a:spcBef>
              <a:buFont typeface="Wingdings" pitchFamily="2" charset="2"/>
              <a:buChar char="l"/>
            </a:pPr>
            <a:r>
              <a:rPr kumimoji="1" lang="en-US" altLang="zh-CN" sz="24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prelink</a:t>
            </a:r>
            <a:r>
              <a:rPr kumimoji="1" lang="zh-CN" altLang="en-US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融合升级</a:t>
            </a:r>
            <a:endParaRPr kumimoji="1" lang="en-US" altLang="zh-CN" sz="2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sz="1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优化融合策略，合并零散小</a:t>
            </a:r>
            <a:r>
              <a:rPr kumimoji="1" lang="en-US" altLang="zh-CN" sz="1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link</a:t>
            </a:r>
          </a:p>
          <a:p>
            <a:pPr marL="457200" indent="-457200">
              <a:spcBef>
                <a:spcPts val="600"/>
              </a:spcBef>
              <a:buFont typeface="Wingdings" pitchFamily="2" charset="2"/>
              <a:buChar char="l"/>
            </a:pPr>
            <a:r>
              <a:rPr kumimoji="1" lang="zh-CN" altLang="en-US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增加</a:t>
            </a:r>
            <a:r>
              <a:rPr kumimoji="1" lang="en-US" altLang="zh-CN" sz="24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prelink</a:t>
            </a:r>
            <a:r>
              <a:rPr kumimoji="1" lang="zh-CN" altLang="en-US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生成优先级</a:t>
            </a:r>
            <a:endParaRPr kumimoji="1" lang="en-US" altLang="zh-CN" sz="2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sz="1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增加</a:t>
            </a:r>
            <a:r>
              <a:rPr kumimoji="1" lang="en-US" altLang="zh-CN" sz="18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prelink</a:t>
            </a:r>
            <a:r>
              <a:rPr kumimoji="1" lang="zh-CN" altLang="en-US" sz="1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优先级，提升主车附近</a:t>
            </a:r>
            <a:r>
              <a:rPr kumimoji="1" lang="en-US" altLang="zh-CN" sz="1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link</a:t>
            </a:r>
            <a:r>
              <a:rPr kumimoji="1" lang="zh-CN" altLang="en-US" sz="1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稳定性</a:t>
            </a:r>
            <a:endParaRPr kumimoji="1" lang="en-US" altLang="zh-CN" sz="1800" b="1" dirty="0">
              <a:solidFill>
                <a:schemeClr val="tx1">
                  <a:lumMod val="65000"/>
                  <a:lumOff val="35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marL="457200" indent="-457200">
              <a:spcBef>
                <a:spcPts val="600"/>
              </a:spcBef>
              <a:buFont typeface="Wingdings" pitchFamily="2" charset="2"/>
              <a:buChar char="l"/>
            </a:pPr>
            <a:r>
              <a:rPr kumimoji="1" lang="en-US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Link</a:t>
            </a:r>
            <a:r>
              <a:rPr kumimoji="1" lang="zh-CN" altLang="en-US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IOU</a:t>
            </a:r>
            <a:r>
              <a:rPr kumimoji="1" lang="zh-CN" altLang="en-US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升级为非凸多边形</a:t>
            </a:r>
            <a:endParaRPr kumimoji="1" lang="en-US" altLang="zh-CN" sz="2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sz="1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按非凸多边形计算相交面积，增加匹配准确性</a:t>
            </a:r>
            <a:endParaRPr kumimoji="1" lang="en-US" altLang="zh-CN" sz="1800" b="1" dirty="0">
              <a:solidFill>
                <a:schemeClr val="tx1">
                  <a:lumMod val="65000"/>
                  <a:lumOff val="35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marL="457200" indent="-457200">
              <a:spcBef>
                <a:spcPts val="600"/>
              </a:spcBef>
              <a:buFont typeface="Wingdings" pitchFamily="2" charset="2"/>
              <a:buChar char="l"/>
            </a:pPr>
            <a:r>
              <a:rPr kumimoji="1" lang="zh-CN" altLang="en-US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生成分</a:t>
            </a:r>
            <a:r>
              <a:rPr kumimoji="1" lang="en-US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/</a:t>
            </a:r>
            <a:r>
              <a:rPr kumimoji="1" lang="zh-CN" altLang="en-US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合流</a:t>
            </a:r>
            <a:r>
              <a:rPr kumimoji="1" lang="en-US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dot</a:t>
            </a:r>
          </a:p>
          <a:p>
            <a:pPr marL="457200" indent="-457200">
              <a:spcBef>
                <a:spcPts val="600"/>
              </a:spcBef>
              <a:buFont typeface="Wingdings" pitchFamily="2" charset="2"/>
              <a:buChar char="l"/>
            </a:pPr>
            <a:r>
              <a:rPr kumimoji="1" lang="en-US" altLang="zh-CN" sz="24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Dueye</a:t>
            </a:r>
            <a:r>
              <a:rPr kumimoji="1" lang="zh-CN" altLang="en-US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显示优化</a:t>
            </a:r>
            <a:endParaRPr kumimoji="1" lang="en-US" altLang="zh-CN" sz="2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endParaRPr kumimoji="1"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F3344DA-43B3-A6A4-5132-44D21C85A782}"/>
              </a:ext>
            </a:extLst>
          </p:cNvPr>
          <p:cNvSpPr txBox="1"/>
          <p:nvPr/>
        </p:nvSpPr>
        <p:spPr>
          <a:xfrm>
            <a:off x="6975657" y="5873485"/>
            <a:ext cx="52081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2400" dirty="0">
                <a:solidFill>
                  <a:schemeClr val="tx2">
                    <a:lumMod val="60000"/>
                    <a:lumOff val="4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策略重要优化点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34F9052B-05D8-91F7-701B-527759E3544D}"/>
              </a:ext>
            </a:extLst>
          </p:cNvPr>
          <p:cNvSpPr txBox="1"/>
          <p:nvPr/>
        </p:nvSpPr>
        <p:spPr>
          <a:xfrm>
            <a:off x="6975657" y="1243476"/>
            <a:ext cx="49201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分析路测</a:t>
            </a:r>
            <a:r>
              <a:rPr kumimoji="1" lang="en-US" altLang="zh-CN" sz="18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badcase</a:t>
            </a:r>
            <a:r>
              <a:rPr kumimoji="1" lang="en-US" altLang="zh-CN" sz="1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,</a:t>
            </a:r>
            <a:r>
              <a:rPr kumimoji="1" lang="zh-CN" altLang="en-US" sz="1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针对多边形</a:t>
            </a:r>
            <a:r>
              <a:rPr kumimoji="1" lang="en-US" altLang="zh-CN" sz="1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link</a:t>
            </a:r>
            <a:r>
              <a:rPr kumimoji="1" lang="zh-CN" altLang="en-US" sz="1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方案进行了一系列优化升级。</a:t>
            </a: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88C9E220-0C07-CE37-4875-74139B37BC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7399" y="2016274"/>
            <a:ext cx="1389284" cy="3672408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518CC8C0-8B2A-FEDA-F0C8-0A1E28026E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34385" y="2016274"/>
            <a:ext cx="1392455" cy="3672408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A35A1549-52D7-DAD7-83C1-F6511E4397B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84542" y="2016274"/>
            <a:ext cx="1389284" cy="3672408"/>
          </a:xfrm>
          <a:prstGeom prst="rect">
            <a:avLst/>
          </a:prstGeom>
        </p:spPr>
      </p:pic>
      <p:sp>
        <p:nvSpPr>
          <p:cNvPr id="17" name="右箭头 16">
            <a:extLst>
              <a:ext uri="{FF2B5EF4-FFF2-40B4-BE49-F238E27FC236}">
                <a16:creationId xmlns:a16="http://schemas.microsoft.com/office/drawing/2014/main" id="{83C031D7-2556-7586-A66E-1E7F95AB90A4}"/>
              </a:ext>
            </a:extLst>
          </p:cNvPr>
          <p:cNvSpPr/>
          <p:nvPr/>
        </p:nvSpPr>
        <p:spPr>
          <a:xfrm>
            <a:off x="5021361" y="3096394"/>
            <a:ext cx="140036" cy="1512168"/>
          </a:xfrm>
          <a:prstGeom prst="rightArrow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8" name="右箭头 17">
            <a:extLst>
              <a:ext uri="{FF2B5EF4-FFF2-40B4-BE49-F238E27FC236}">
                <a16:creationId xmlns:a16="http://schemas.microsoft.com/office/drawing/2014/main" id="{3813F258-F553-234E-21A6-999A92BA15B2}"/>
              </a:ext>
            </a:extLst>
          </p:cNvPr>
          <p:cNvSpPr/>
          <p:nvPr/>
        </p:nvSpPr>
        <p:spPr>
          <a:xfrm>
            <a:off x="3385672" y="3096394"/>
            <a:ext cx="140036" cy="1512168"/>
          </a:xfrm>
          <a:prstGeom prst="rightArrow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154C79A4-8118-D30B-3AD0-1D101CD6E1A5}"/>
              </a:ext>
            </a:extLst>
          </p:cNvPr>
          <p:cNvSpPr txBox="1"/>
          <p:nvPr/>
        </p:nvSpPr>
        <p:spPr>
          <a:xfrm>
            <a:off x="479339" y="2016274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6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原始数据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6E8D14B-4EAB-6291-AD9F-4C1987B9CC07}"/>
              </a:ext>
            </a:extLst>
          </p:cNvPr>
          <p:cNvSpPr txBox="1"/>
          <p:nvPr/>
        </p:nvSpPr>
        <p:spPr>
          <a:xfrm>
            <a:off x="5457477" y="2016274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6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最终结果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97C888D-4D47-8E6B-ADA5-014258AEBD20}"/>
              </a:ext>
            </a:extLst>
          </p:cNvPr>
          <p:cNvSpPr txBox="1"/>
          <p:nvPr/>
        </p:nvSpPr>
        <p:spPr>
          <a:xfrm>
            <a:off x="3623107" y="2023171"/>
            <a:ext cx="13137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 b="1" dirty="0" err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prelink</a:t>
            </a:r>
            <a:r>
              <a:rPr kumimoji="1" lang="zh-CN" altLang="en-US" sz="16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融合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97D5EDEB-E631-46A3-9B85-D2C7BB756F61}"/>
              </a:ext>
            </a:extLst>
          </p:cNvPr>
          <p:cNvSpPr txBox="1"/>
          <p:nvPr/>
        </p:nvSpPr>
        <p:spPr>
          <a:xfrm>
            <a:off x="1973733" y="2018917"/>
            <a:ext cx="125829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6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切割车道线</a:t>
            </a:r>
          </a:p>
        </p:txBody>
      </p:sp>
    </p:spTree>
    <p:extLst>
      <p:ext uri="{BB962C8B-B14F-4D97-AF65-F5344CB8AC3E}">
        <p14:creationId xmlns:p14="http://schemas.microsoft.com/office/powerpoint/2010/main" val="11314529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图片 22">
            <a:extLst>
              <a:ext uri="{FF2B5EF4-FFF2-40B4-BE49-F238E27FC236}">
                <a16:creationId xmlns:a16="http://schemas.microsoft.com/office/drawing/2014/main" id="{EC450FF7-5B62-1D40-1258-1E4FC745F6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8932" y="2023170"/>
            <a:ext cx="1364384" cy="3665511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33A15937-1142-E66A-BB9A-6A44E6A6F7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6044"/>
            <a:ext cx="11521440" cy="1200150"/>
          </a:xfrm>
        </p:spPr>
        <p:txBody>
          <a:bodyPr>
            <a:normAutofit/>
          </a:bodyPr>
          <a:lstStyle/>
          <a:p>
            <a:r>
              <a:rPr kumimoji="1" lang="zh-CN" altLang="en-US" sz="3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拓扑元素</a:t>
            </a:r>
            <a:r>
              <a:rPr kumimoji="1" lang="en-US" altLang="zh-CN" sz="3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link/dot</a:t>
            </a:r>
            <a:r>
              <a:rPr kumimoji="1" lang="zh-CN" altLang="en-US" sz="3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生成</a:t>
            </a:r>
          </a:p>
        </p:txBody>
      </p:sp>
      <p:sp>
        <p:nvSpPr>
          <p:cNvPr id="5" name="右箭头 4">
            <a:extLst>
              <a:ext uri="{FF2B5EF4-FFF2-40B4-BE49-F238E27FC236}">
                <a16:creationId xmlns:a16="http://schemas.microsoft.com/office/drawing/2014/main" id="{2EE86486-4C84-79C6-8341-A34989BF1615}"/>
              </a:ext>
            </a:extLst>
          </p:cNvPr>
          <p:cNvSpPr/>
          <p:nvPr/>
        </p:nvSpPr>
        <p:spPr>
          <a:xfrm>
            <a:off x="1735515" y="3096394"/>
            <a:ext cx="140036" cy="1512168"/>
          </a:xfrm>
          <a:prstGeom prst="rightArrow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BC4FD4D-711D-1734-BD7F-31313952EA3F}"/>
              </a:ext>
            </a:extLst>
          </p:cNvPr>
          <p:cNvSpPr txBox="1"/>
          <p:nvPr/>
        </p:nvSpPr>
        <p:spPr>
          <a:xfrm>
            <a:off x="1480481" y="5875089"/>
            <a:ext cx="34563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400" dirty="0">
                <a:solidFill>
                  <a:schemeClr val="tx2">
                    <a:lumMod val="60000"/>
                    <a:lumOff val="4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Link</a:t>
            </a:r>
            <a:r>
              <a:rPr kumimoji="1" lang="zh-CN" altLang="en-US" sz="2400" dirty="0">
                <a:solidFill>
                  <a:schemeClr val="tx2">
                    <a:lumMod val="60000"/>
                    <a:lumOff val="4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生成方案升级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25A76CF-2DC6-9D34-7125-FADF2D9616E2}"/>
              </a:ext>
            </a:extLst>
          </p:cNvPr>
          <p:cNvSpPr txBox="1"/>
          <p:nvPr/>
        </p:nvSpPr>
        <p:spPr>
          <a:xfrm>
            <a:off x="287542" y="1243476"/>
            <a:ext cx="62857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从简单的直接打断方案升级为多边形</a:t>
            </a:r>
            <a:r>
              <a:rPr kumimoji="1" lang="en-US" altLang="zh-CN" sz="1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link</a:t>
            </a:r>
            <a:r>
              <a:rPr kumimoji="1" lang="zh-CN" altLang="en-US" sz="1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方案，从而使</a:t>
            </a:r>
            <a:r>
              <a:rPr kumimoji="1" lang="en-US" altLang="zh-CN" sz="1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link</a:t>
            </a:r>
            <a:r>
              <a:rPr kumimoji="1" lang="zh-CN" altLang="en-US" sz="1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形状可以适应复杂道路结构。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117F3ED-F604-909B-E334-857D30AFE64C}"/>
              </a:ext>
            </a:extLst>
          </p:cNvPr>
          <p:cNvSpPr txBox="1"/>
          <p:nvPr/>
        </p:nvSpPr>
        <p:spPr>
          <a:xfrm>
            <a:off x="7027795" y="2012493"/>
            <a:ext cx="5421677" cy="42473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Wingdings" pitchFamily="2" charset="2"/>
              <a:buChar char="l"/>
            </a:pPr>
            <a:r>
              <a:rPr kumimoji="1" lang="zh-CN" altLang="en-US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优化参考线选择</a:t>
            </a:r>
            <a:endParaRPr kumimoji="1" lang="en-US" altLang="zh-CN" sz="2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sz="1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优化参考线选择策略，考虑长度同时考虑平滑性</a:t>
            </a:r>
            <a:endParaRPr kumimoji="1" lang="en-US" altLang="zh-CN" sz="1800" b="1" dirty="0">
              <a:solidFill>
                <a:schemeClr val="tx1">
                  <a:lumMod val="65000"/>
                  <a:lumOff val="35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marL="457200" indent="-457200">
              <a:spcBef>
                <a:spcPts val="600"/>
              </a:spcBef>
              <a:buFont typeface="Wingdings" pitchFamily="2" charset="2"/>
              <a:buChar char="l"/>
            </a:pPr>
            <a:r>
              <a:rPr kumimoji="1" lang="en-US" altLang="zh-CN" sz="24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prelink</a:t>
            </a:r>
            <a:r>
              <a:rPr kumimoji="1" lang="zh-CN" altLang="en-US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融合升级</a:t>
            </a:r>
            <a:endParaRPr kumimoji="1" lang="en-US" altLang="zh-CN" sz="2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sz="1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优化融合策略，合并零散小</a:t>
            </a:r>
            <a:r>
              <a:rPr kumimoji="1" lang="en-US" altLang="zh-CN" sz="1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link</a:t>
            </a:r>
          </a:p>
          <a:p>
            <a:pPr marL="457200" indent="-457200">
              <a:spcBef>
                <a:spcPts val="600"/>
              </a:spcBef>
              <a:buFont typeface="Wingdings" pitchFamily="2" charset="2"/>
              <a:buChar char="l"/>
            </a:pPr>
            <a:r>
              <a:rPr kumimoji="1" lang="zh-CN" altLang="en-US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增加</a:t>
            </a:r>
            <a:r>
              <a:rPr kumimoji="1" lang="en-US" altLang="zh-CN" sz="24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prelink</a:t>
            </a:r>
            <a:r>
              <a:rPr kumimoji="1" lang="zh-CN" altLang="en-US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生成优先级</a:t>
            </a:r>
            <a:endParaRPr kumimoji="1" lang="en-US" altLang="zh-CN" sz="2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sz="1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增加</a:t>
            </a:r>
            <a:r>
              <a:rPr kumimoji="1" lang="en-US" altLang="zh-CN" sz="18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prelink</a:t>
            </a:r>
            <a:r>
              <a:rPr kumimoji="1" lang="zh-CN" altLang="en-US" sz="1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优先级，提升主车附近</a:t>
            </a:r>
            <a:r>
              <a:rPr kumimoji="1" lang="en-US" altLang="zh-CN" sz="1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link</a:t>
            </a:r>
            <a:r>
              <a:rPr kumimoji="1" lang="zh-CN" altLang="en-US" sz="1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稳定性</a:t>
            </a:r>
            <a:endParaRPr kumimoji="1" lang="en-US" altLang="zh-CN" sz="1800" b="1" dirty="0">
              <a:solidFill>
                <a:schemeClr val="tx1">
                  <a:lumMod val="65000"/>
                  <a:lumOff val="35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marL="457200" indent="-457200">
              <a:spcBef>
                <a:spcPts val="600"/>
              </a:spcBef>
              <a:buFont typeface="Wingdings" pitchFamily="2" charset="2"/>
              <a:buChar char="l"/>
            </a:pPr>
            <a:r>
              <a:rPr kumimoji="1" lang="en-US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Link</a:t>
            </a:r>
            <a:r>
              <a:rPr kumimoji="1" lang="zh-CN" altLang="en-US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IOU</a:t>
            </a:r>
            <a:r>
              <a:rPr kumimoji="1" lang="zh-CN" altLang="en-US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升级为非凸多边形</a:t>
            </a:r>
            <a:endParaRPr kumimoji="1" lang="en-US" altLang="zh-CN" sz="2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sz="1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按非凸多边形计算相交面积，增加匹配准确性</a:t>
            </a:r>
            <a:endParaRPr kumimoji="1" lang="en-US" altLang="zh-CN" sz="1800" b="1" dirty="0">
              <a:solidFill>
                <a:schemeClr val="tx1">
                  <a:lumMod val="65000"/>
                  <a:lumOff val="35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marL="457200" indent="-457200">
              <a:spcBef>
                <a:spcPts val="600"/>
              </a:spcBef>
              <a:buFont typeface="Wingdings" pitchFamily="2" charset="2"/>
              <a:buChar char="l"/>
            </a:pPr>
            <a:r>
              <a:rPr kumimoji="1" lang="zh-CN" altLang="en-US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生成分</a:t>
            </a:r>
            <a:r>
              <a:rPr kumimoji="1" lang="en-US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/</a:t>
            </a:r>
            <a:r>
              <a:rPr kumimoji="1" lang="zh-CN" altLang="en-US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合流</a:t>
            </a:r>
            <a:r>
              <a:rPr kumimoji="1" lang="en-US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dot</a:t>
            </a:r>
          </a:p>
          <a:p>
            <a:pPr marL="457200" indent="-457200">
              <a:spcBef>
                <a:spcPts val="600"/>
              </a:spcBef>
              <a:buFont typeface="Wingdings" pitchFamily="2" charset="2"/>
              <a:buChar char="l"/>
            </a:pPr>
            <a:r>
              <a:rPr kumimoji="1" lang="en-US" altLang="zh-CN" sz="24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Dueye</a:t>
            </a:r>
            <a:r>
              <a:rPr kumimoji="1" lang="zh-CN" altLang="en-US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显示优化</a:t>
            </a:r>
            <a:endParaRPr kumimoji="1" lang="en-US" altLang="zh-CN" sz="2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endParaRPr kumimoji="1"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F3344DA-43B3-A6A4-5132-44D21C85A782}"/>
              </a:ext>
            </a:extLst>
          </p:cNvPr>
          <p:cNvSpPr txBox="1"/>
          <p:nvPr/>
        </p:nvSpPr>
        <p:spPr>
          <a:xfrm>
            <a:off x="6975657" y="5873485"/>
            <a:ext cx="52081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2400" dirty="0">
                <a:solidFill>
                  <a:schemeClr val="tx2">
                    <a:lumMod val="60000"/>
                    <a:lumOff val="4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策略重要优化点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34F9052B-05D8-91F7-701B-527759E3544D}"/>
              </a:ext>
            </a:extLst>
          </p:cNvPr>
          <p:cNvSpPr txBox="1"/>
          <p:nvPr/>
        </p:nvSpPr>
        <p:spPr>
          <a:xfrm>
            <a:off x="6975657" y="1243476"/>
            <a:ext cx="49201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分析路测</a:t>
            </a:r>
            <a:r>
              <a:rPr kumimoji="1" lang="en-US" altLang="zh-CN" sz="18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badcase</a:t>
            </a:r>
            <a:r>
              <a:rPr kumimoji="1" lang="en-US" altLang="zh-CN" sz="1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,</a:t>
            </a:r>
            <a:r>
              <a:rPr kumimoji="1" lang="zh-CN" altLang="en-US" sz="1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针对多边形</a:t>
            </a:r>
            <a:r>
              <a:rPr kumimoji="1" lang="en-US" altLang="zh-CN" sz="1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link</a:t>
            </a:r>
            <a:r>
              <a:rPr kumimoji="1" lang="zh-CN" altLang="en-US" sz="1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方案进行了一系列优化升级。</a:t>
            </a: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88C9E220-0C07-CE37-4875-74139B37BC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7399" y="2016274"/>
            <a:ext cx="1389284" cy="3672408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518CC8C0-8B2A-FEDA-F0C8-0A1E28026E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34385" y="2016274"/>
            <a:ext cx="1392455" cy="3672408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A35A1549-52D7-DAD7-83C1-F6511E4397B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84542" y="2016274"/>
            <a:ext cx="1389284" cy="3672408"/>
          </a:xfrm>
          <a:prstGeom prst="rect">
            <a:avLst/>
          </a:prstGeom>
        </p:spPr>
      </p:pic>
      <p:sp>
        <p:nvSpPr>
          <p:cNvPr id="17" name="右箭头 16">
            <a:extLst>
              <a:ext uri="{FF2B5EF4-FFF2-40B4-BE49-F238E27FC236}">
                <a16:creationId xmlns:a16="http://schemas.microsoft.com/office/drawing/2014/main" id="{83C031D7-2556-7586-A66E-1E7F95AB90A4}"/>
              </a:ext>
            </a:extLst>
          </p:cNvPr>
          <p:cNvSpPr/>
          <p:nvPr/>
        </p:nvSpPr>
        <p:spPr>
          <a:xfrm>
            <a:off x="5021361" y="3096394"/>
            <a:ext cx="140036" cy="1512168"/>
          </a:xfrm>
          <a:prstGeom prst="rightArrow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8" name="右箭头 17">
            <a:extLst>
              <a:ext uri="{FF2B5EF4-FFF2-40B4-BE49-F238E27FC236}">
                <a16:creationId xmlns:a16="http://schemas.microsoft.com/office/drawing/2014/main" id="{3813F258-F553-234E-21A6-999A92BA15B2}"/>
              </a:ext>
            </a:extLst>
          </p:cNvPr>
          <p:cNvSpPr/>
          <p:nvPr/>
        </p:nvSpPr>
        <p:spPr>
          <a:xfrm>
            <a:off x="3385672" y="3096394"/>
            <a:ext cx="140036" cy="1512168"/>
          </a:xfrm>
          <a:prstGeom prst="rightArrow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154C79A4-8118-D30B-3AD0-1D101CD6E1A5}"/>
              </a:ext>
            </a:extLst>
          </p:cNvPr>
          <p:cNvSpPr txBox="1"/>
          <p:nvPr/>
        </p:nvSpPr>
        <p:spPr>
          <a:xfrm>
            <a:off x="479339" y="2016274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6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原始数据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6E8D14B-4EAB-6291-AD9F-4C1987B9CC07}"/>
              </a:ext>
            </a:extLst>
          </p:cNvPr>
          <p:cNvSpPr txBox="1"/>
          <p:nvPr/>
        </p:nvSpPr>
        <p:spPr>
          <a:xfrm>
            <a:off x="5457477" y="2016274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6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最终结果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97C888D-4D47-8E6B-ADA5-014258AEBD20}"/>
              </a:ext>
            </a:extLst>
          </p:cNvPr>
          <p:cNvSpPr txBox="1"/>
          <p:nvPr/>
        </p:nvSpPr>
        <p:spPr>
          <a:xfrm>
            <a:off x="3623107" y="2023171"/>
            <a:ext cx="13137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 b="1" dirty="0" err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prelink</a:t>
            </a:r>
            <a:r>
              <a:rPr kumimoji="1" lang="zh-CN" altLang="en-US" sz="16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合并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97D5EDEB-E631-46A3-9B85-D2C7BB756F61}"/>
              </a:ext>
            </a:extLst>
          </p:cNvPr>
          <p:cNvSpPr txBox="1"/>
          <p:nvPr/>
        </p:nvSpPr>
        <p:spPr>
          <a:xfrm>
            <a:off x="1973733" y="2018917"/>
            <a:ext cx="13137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6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形成</a:t>
            </a:r>
            <a:r>
              <a:rPr kumimoji="1" lang="en-US" altLang="zh-CN" sz="1600" b="1" dirty="0" err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prelink</a:t>
            </a:r>
            <a:endParaRPr kumimoji="1" lang="zh-CN" altLang="en-US" sz="1600" b="1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3980935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PT_Template_H_2014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暗香扑面">
      <a:majorFont>
        <a:latin typeface="Franklin Gothic Medium"/>
        <a:ea typeface=""/>
        <a:cs typeface=""/>
        <a:font script="Jpan" typeface="HG創英角ｺﾞｼｯｸUB"/>
        <a:font script="Hang" typeface="HY견고딕"/>
        <a:font script="Hans" typeface="微软雅黑"/>
        <a:font script="Hant" typeface="微軟正黑體"/>
        <a:font script="Arab" typeface="Arial Bold"/>
        <a:font script="Hebr" typeface="Arial Bold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 Bold"/>
        <a:font script="Uigh" typeface="Microsoft Uighur"/>
      </a:majorFont>
      <a:minorFont>
        <a:latin typeface="Franklin Gothic Book"/>
        <a:ea typeface=""/>
        <a:cs typeface=""/>
        <a:font script="Jpan" typeface="HG創英角ｺﾞｼｯｸUB"/>
        <a:font script="Hang" typeface="맑은 고딕"/>
        <a:font script="Hans" typeface="黑体"/>
        <a:font script="Hant" typeface="新細明體"/>
        <a:font script="Arab" typeface="Arial"/>
        <a:font script="Hebr" typeface="Arial"/>
        <a:font script="Thai" typeface="Cordian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暗香扑面">
      <a:fillStyleLst>
        <a:solidFill>
          <a:schemeClr val="phClr"/>
        </a:solidFill>
        <a:gradFill rotWithShape="1">
          <a:gsLst>
            <a:gs pos="0">
              <a:schemeClr val="phClr">
                <a:tint val="98000"/>
                <a:satMod val="220000"/>
              </a:schemeClr>
            </a:gs>
            <a:gs pos="31000">
              <a:schemeClr val="phClr">
                <a:tint val="30000"/>
                <a:satMod val="150000"/>
              </a:schemeClr>
            </a:gs>
            <a:gs pos="91000">
              <a:schemeClr val="phClr">
                <a:tint val="96000"/>
              </a:schemeClr>
            </a:gs>
          </a:gsLst>
          <a:path path="circle">
            <a:fillToRect l="50000" t="150000" r="50000"/>
          </a:path>
        </a:gradFill>
        <a:blipFill>
          <a:blip xmlns:r="http://schemas.openxmlformats.org/officeDocument/2006/relationships" r:embed="rId1">
            <a:duotone>
              <a:schemeClr val="phClr">
                <a:shade val="28000"/>
                <a:satMod val="100000"/>
              </a:schemeClr>
              <a:schemeClr val="phClr">
                <a:tint val="100000"/>
                <a:satMod val="200000"/>
              </a:schemeClr>
            </a:duotone>
          </a:blip>
          <a:tile tx="0" ty="0" sx="80000" sy="80000" flip="none" algn="tl"/>
        </a:blipFill>
      </a:fillStyleLst>
      <a:lnStyleLst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glow rad="63500">
              <a:schemeClr val="phClr">
                <a:alpha val="45000"/>
                <a:satMod val="110000"/>
              </a:schemeClr>
            </a:glow>
          </a:effectLst>
        </a:effectStyle>
        <a:effectStyle>
          <a:effectLst>
            <a:outerShdw blurRad="34925" dist="31750" dir="5400000" algn="tl" rotWithShape="0">
              <a:srgbClr val="000000">
                <a:alpha val="50000"/>
              </a:srgb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contourW="9525" prstMaterial="dkEdge">
            <a:bevelT w="12000" h="24150"/>
            <a:contourClr>
              <a:schemeClr val="phClr">
                <a:satMod val="110000"/>
              </a:schemeClr>
            </a:contourClr>
          </a:sp3d>
        </a:effectStyle>
        <a:effectStyle>
          <a:effectLst>
            <a:outerShdw blurRad="50800" dist="31750" dir="5400000" algn="tl" rotWithShape="0">
              <a:srgbClr val="000000">
                <a:alpha val="50000"/>
              </a:srgb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contourW="18700" prstMaterial="dkEdge">
            <a:bevelT w="44450" h="80600"/>
            <a:contourClr>
              <a:schemeClr val="phClr">
                <a:satMod val="11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自定义设计方案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PPT_Template_H_2014">
  <a:themeElements>
    <a:clrScheme name="自定义 2">
      <a:dk1>
        <a:srgbClr val="000000"/>
      </a:dk1>
      <a:lt1>
        <a:srgbClr val="FFFFFF"/>
      </a:lt1>
      <a:dk2>
        <a:srgbClr val="B1AEF6"/>
      </a:dk2>
      <a:lt2>
        <a:srgbClr val="D8D8D8"/>
      </a:lt2>
      <a:accent1>
        <a:srgbClr val="E10602"/>
      </a:accent1>
      <a:accent2>
        <a:srgbClr val="2932E1"/>
      </a:accent2>
      <a:accent3>
        <a:srgbClr val="CC9900"/>
      </a:accent3>
      <a:accent4>
        <a:srgbClr val="993366"/>
      </a:accent4>
      <a:accent5>
        <a:srgbClr val="B2C1DB"/>
      </a:accent5>
      <a:accent6>
        <a:srgbClr val="938953"/>
      </a:accent6>
      <a:hlink>
        <a:srgbClr val="000000"/>
      </a:hlink>
      <a:folHlink>
        <a:srgbClr val="000000"/>
      </a:folHlink>
    </a:clrScheme>
    <a:fontScheme name="暗香扑面">
      <a:majorFont>
        <a:latin typeface="Franklin Gothic Medium"/>
        <a:ea typeface=""/>
        <a:cs typeface=""/>
        <a:font script="Jpan" typeface="HG創英角ｺﾞｼｯｸUB"/>
        <a:font script="Hang" typeface="HY견고딕"/>
        <a:font script="Hans" typeface="微软雅黑"/>
        <a:font script="Hant" typeface="微軟正黑體"/>
        <a:font script="Arab" typeface="Arial Bold"/>
        <a:font script="Hebr" typeface="Arial Bold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 Bold"/>
        <a:font script="Uigh" typeface="Microsoft Uighur"/>
      </a:majorFont>
      <a:minorFont>
        <a:latin typeface="Franklin Gothic Book"/>
        <a:ea typeface=""/>
        <a:cs typeface=""/>
        <a:font script="Jpan" typeface="HG創英角ｺﾞｼｯｸUB"/>
        <a:font script="Hang" typeface="맑은 고딕"/>
        <a:font script="Hans" typeface="黑体"/>
        <a:font script="Hant" typeface="新細明體"/>
        <a:font script="Arab" typeface="Arial"/>
        <a:font script="Hebr" typeface="Arial"/>
        <a:font script="Thai" typeface="Cordian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暗香扑面">
      <a:fillStyleLst>
        <a:solidFill>
          <a:schemeClr val="phClr"/>
        </a:solidFill>
        <a:gradFill rotWithShape="1">
          <a:gsLst>
            <a:gs pos="0">
              <a:schemeClr val="phClr">
                <a:tint val="98000"/>
                <a:satMod val="220000"/>
              </a:schemeClr>
            </a:gs>
            <a:gs pos="31000">
              <a:schemeClr val="phClr">
                <a:tint val="30000"/>
                <a:satMod val="150000"/>
              </a:schemeClr>
            </a:gs>
            <a:gs pos="91000">
              <a:schemeClr val="phClr">
                <a:tint val="96000"/>
              </a:schemeClr>
            </a:gs>
          </a:gsLst>
          <a:path path="circle">
            <a:fillToRect l="50000" t="150000" r="50000"/>
          </a:path>
        </a:gradFill>
        <a:blipFill>
          <a:blip xmlns:r="http://schemas.openxmlformats.org/officeDocument/2006/relationships" r:embed="rId1">
            <a:duotone>
              <a:schemeClr val="phClr">
                <a:shade val="28000"/>
                <a:satMod val="100000"/>
              </a:schemeClr>
              <a:schemeClr val="phClr">
                <a:tint val="100000"/>
                <a:satMod val="200000"/>
              </a:schemeClr>
            </a:duotone>
          </a:blip>
          <a:tile tx="0" ty="0" sx="80000" sy="80000" flip="none" algn="tl"/>
        </a:blipFill>
      </a:fillStyleLst>
      <a:lnStyleLst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glow rad="63500">
              <a:schemeClr val="phClr">
                <a:alpha val="45000"/>
                <a:satMod val="110000"/>
              </a:schemeClr>
            </a:glow>
          </a:effectLst>
        </a:effectStyle>
        <a:effectStyle>
          <a:effectLst>
            <a:outerShdw blurRad="34925" dist="31750" dir="5400000" algn="tl" rotWithShape="0">
              <a:srgbClr val="000000">
                <a:alpha val="50000"/>
              </a:srgb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contourW="9525" prstMaterial="dkEdge">
            <a:bevelT w="12000" h="24150"/>
            <a:contourClr>
              <a:schemeClr val="phClr">
                <a:satMod val="110000"/>
              </a:schemeClr>
            </a:contourClr>
          </a:sp3d>
        </a:effectStyle>
        <a:effectStyle>
          <a:effectLst>
            <a:outerShdw blurRad="50800" dist="31750" dir="5400000" algn="tl" rotWithShape="0">
              <a:srgbClr val="000000">
                <a:alpha val="50000"/>
              </a:srgb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contourW="18700" prstMaterial="dkEdge">
            <a:bevelT w="44450" h="80600"/>
            <a:contourClr>
              <a:schemeClr val="phClr">
                <a:satMod val="11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自定义设计方案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PPT_Template_H">
  <a:themeElements>
    <a:clrScheme name="Baidu HR">
      <a:dk1>
        <a:srgbClr val="000000"/>
      </a:dk1>
      <a:lt1>
        <a:srgbClr val="FFFFFF"/>
      </a:lt1>
      <a:dk2>
        <a:srgbClr val="B1AEF6"/>
      </a:dk2>
      <a:lt2>
        <a:srgbClr val="D8D8D8"/>
      </a:lt2>
      <a:accent1>
        <a:srgbClr val="E10602"/>
      </a:accent1>
      <a:accent2>
        <a:srgbClr val="2932E1"/>
      </a:accent2>
      <a:accent3>
        <a:srgbClr val="CC9900"/>
      </a:accent3>
      <a:accent4>
        <a:srgbClr val="993366"/>
      </a:accent4>
      <a:accent5>
        <a:srgbClr val="B2C1DB"/>
      </a:accent5>
      <a:accent6>
        <a:srgbClr val="938953"/>
      </a:accent6>
      <a:hlink>
        <a:srgbClr val="0000FF"/>
      </a:hlink>
      <a:folHlink>
        <a:srgbClr val="800080"/>
      </a:folHlink>
    </a:clrScheme>
    <a:fontScheme name="Temp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暗香扑面">
      <a:fillStyleLst>
        <a:solidFill>
          <a:schemeClr val="phClr"/>
        </a:solidFill>
        <a:gradFill rotWithShape="1">
          <a:gsLst>
            <a:gs pos="0">
              <a:schemeClr val="phClr">
                <a:tint val="98000"/>
                <a:satMod val="220000"/>
              </a:schemeClr>
            </a:gs>
            <a:gs pos="31000">
              <a:schemeClr val="phClr">
                <a:tint val="30000"/>
                <a:satMod val="150000"/>
              </a:schemeClr>
            </a:gs>
            <a:gs pos="91000">
              <a:schemeClr val="phClr">
                <a:tint val="96000"/>
              </a:schemeClr>
            </a:gs>
          </a:gsLst>
          <a:path path="circle">
            <a:fillToRect l="50000" t="150000" r="50000"/>
          </a:path>
        </a:gradFill>
        <a:blipFill>
          <a:blip xmlns:r="http://schemas.openxmlformats.org/officeDocument/2006/relationships" r:embed="rId1">
            <a:duotone>
              <a:schemeClr val="phClr">
                <a:shade val="28000"/>
                <a:satMod val="100000"/>
              </a:schemeClr>
              <a:schemeClr val="phClr">
                <a:tint val="100000"/>
                <a:satMod val="200000"/>
              </a:schemeClr>
            </a:duotone>
          </a:blip>
          <a:tile tx="0" ty="0" sx="80000" sy="80000" flip="none" algn="tl"/>
        </a:blipFill>
      </a:fillStyleLst>
      <a:lnStyleLst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glow rad="63500">
              <a:schemeClr val="phClr">
                <a:alpha val="45000"/>
                <a:satMod val="110000"/>
              </a:schemeClr>
            </a:glow>
          </a:effectLst>
        </a:effectStyle>
        <a:effectStyle>
          <a:effectLst>
            <a:outerShdw blurRad="34925" dist="31750" dir="5400000" algn="tl" rotWithShape="0">
              <a:srgbClr val="000000">
                <a:alpha val="50000"/>
              </a:srgb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contourW="9525" prstMaterial="dkEdge">
            <a:bevelT w="12000" h="24150"/>
            <a:contourClr>
              <a:schemeClr val="phClr">
                <a:satMod val="110000"/>
              </a:schemeClr>
            </a:contourClr>
          </a:sp3d>
        </a:effectStyle>
        <a:effectStyle>
          <a:effectLst>
            <a:outerShdw blurRad="50800" dist="31750" dir="5400000" algn="tl" rotWithShape="0">
              <a:srgbClr val="000000">
                <a:alpha val="50000"/>
              </a:srgb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contourW="18700" prstMaterial="dkEdge">
            <a:bevelT w="44450" h="80600"/>
            <a:contourClr>
              <a:schemeClr val="phClr">
                <a:satMod val="11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自定义设计方案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++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2_商业生态运营规划部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0080FF">
            <a:alpha val="74902"/>
          </a:srgbClr>
        </a:solidFill>
        <a:ln w="3175">
          <a:noFill/>
          <a:prstDash val="dash"/>
        </a:ln>
      </a:spPr>
      <a:bodyPr rtlCol="0" anchor="ctr"/>
      <a:lstStyle>
        <a:defPPr algn="ctr">
          <a:defRPr sz="1200" dirty="0" smtClean="0">
            <a:solidFill>
              <a:schemeClr val="bg1"/>
            </a:solidFill>
            <a:latin typeface="+mj-ea"/>
            <a:ea typeface="+mj-ea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rgbClr val="6D6D6D"/>
          </a:solidFill>
          <a:headEnd type="none" w="med" len="med"/>
          <a:tailEnd type="none" w="med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  <a:ln>
          <a:noFill/>
        </a:ln>
      </a:spPr>
      <a:bodyPr wrap="none" rtlCol="0" anchor="t">
        <a:spAutoFit/>
      </a:bodyPr>
      <a:lstStyle>
        <a:defPPr>
          <a:spcBef>
            <a:spcPts val="600"/>
          </a:spcBef>
          <a:defRPr sz="1400" dirty="0" smtClean="0">
            <a:solidFill>
              <a:srgbClr val="6D6D6D"/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3_商业生态运营规划部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0080FF">
            <a:alpha val="74902"/>
          </a:srgbClr>
        </a:solidFill>
        <a:ln w="3175">
          <a:noFill/>
          <a:prstDash val="dash"/>
        </a:ln>
      </a:spPr>
      <a:bodyPr rtlCol="0" anchor="ctr"/>
      <a:lstStyle>
        <a:defPPr algn="ctr">
          <a:defRPr sz="1200" dirty="0" smtClean="0">
            <a:solidFill>
              <a:schemeClr val="bg1"/>
            </a:solidFill>
            <a:latin typeface="+mj-ea"/>
            <a:ea typeface="+mj-ea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rgbClr val="6D6D6D"/>
          </a:solidFill>
          <a:headEnd type="none" w="med" len="med"/>
          <a:tailEnd type="none" w="med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  <a:ln>
          <a:noFill/>
        </a:ln>
      </a:spPr>
      <a:bodyPr wrap="none" rtlCol="0" anchor="t">
        <a:spAutoFit/>
      </a:bodyPr>
      <a:lstStyle>
        <a:defPPr>
          <a:spcBef>
            <a:spcPts val="600"/>
          </a:spcBef>
          <a:defRPr sz="1400" dirty="0" smtClean="0">
            <a:solidFill>
              <a:srgbClr val="6D6D6D"/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4_商业生态运营规划部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0080FF">
            <a:alpha val="74902"/>
          </a:srgbClr>
        </a:solidFill>
        <a:ln w="3175">
          <a:noFill/>
          <a:prstDash val="dash"/>
        </a:ln>
      </a:spPr>
      <a:bodyPr rtlCol="0" anchor="ctr"/>
      <a:lstStyle>
        <a:defPPr algn="ctr">
          <a:defRPr sz="1200" dirty="0" smtClean="0">
            <a:solidFill>
              <a:schemeClr val="bg1"/>
            </a:solidFill>
            <a:latin typeface="+mj-ea"/>
            <a:ea typeface="+mj-ea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rgbClr val="6D6D6D"/>
          </a:solidFill>
          <a:headEnd type="none" w="med" len="med"/>
          <a:tailEnd type="none" w="med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  <a:ln>
          <a:noFill/>
        </a:ln>
      </a:spPr>
      <a:bodyPr wrap="none" rtlCol="0" anchor="t">
        <a:spAutoFit/>
      </a:bodyPr>
      <a:lstStyle>
        <a:defPPr>
          <a:spcBef>
            <a:spcPts val="600"/>
          </a:spcBef>
          <a:defRPr sz="1400" dirty="0" smtClean="0">
            <a:solidFill>
              <a:srgbClr val="6D6D6D"/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PPT_Template_H_2014</Template>
  <TotalTime>2825</TotalTime>
  <Words>664</Words>
  <Application>Microsoft Macintosh PowerPoint</Application>
  <PresentationFormat>自定义</PresentationFormat>
  <Paragraphs>75</Paragraphs>
  <Slides>5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8</vt:i4>
      </vt:variant>
      <vt:variant>
        <vt:lpstr>主题</vt:lpstr>
      </vt:variant>
      <vt:variant>
        <vt:i4>7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21" baseType="lpstr">
      <vt:lpstr>黑体</vt:lpstr>
      <vt:lpstr>KaiTi</vt:lpstr>
      <vt:lpstr>Microsoft YaHei</vt:lpstr>
      <vt:lpstr>Microsoft YaHei</vt:lpstr>
      <vt:lpstr>Agency FB</vt:lpstr>
      <vt:lpstr>Arial</vt:lpstr>
      <vt:lpstr>Calibri</vt:lpstr>
      <vt:lpstr>Wingdings</vt:lpstr>
      <vt:lpstr>PPT_Template_H_2014</vt:lpstr>
      <vt:lpstr>1_PPT_Template_H_2014</vt:lpstr>
      <vt:lpstr>PPT_Template_H</vt:lpstr>
      <vt:lpstr>++1</vt:lpstr>
      <vt:lpstr>2_商业生态运营规划部</vt:lpstr>
      <vt:lpstr>3_商业生态运营规划部</vt:lpstr>
      <vt:lpstr>4_商业生态运营规划部</vt:lpstr>
      <vt:lpstr>think-cell Slide</vt:lpstr>
      <vt:lpstr>PowerPoint 演示文稿</vt:lpstr>
      <vt:lpstr>核心任务及完成情况</vt:lpstr>
      <vt:lpstr>重构AEB后处理算法</vt:lpstr>
      <vt:lpstr>拓扑元素link/dot生成</vt:lpstr>
      <vt:lpstr>拓扑元素link/dot生成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百度LBS业务战略激励方案</dc:title>
  <dc:creator>xuzhanbing@baidu.com</dc:creator>
  <cp:lastModifiedBy>Microsoft Office User</cp:lastModifiedBy>
  <cp:revision>1936</cp:revision>
  <cp:lastPrinted>2023-01-06T06:02:51Z</cp:lastPrinted>
  <dcterms:created xsi:type="dcterms:W3CDTF">2023-01-06T06:02:51Z</dcterms:created>
  <dcterms:modified xsi:type="dcterms:W3CDTF">2024-04-25T03:35:18Z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2052-4.6.1.7467</vt:lpwstr>
  </property>
  <property fmtid="{D5CDD505-2E9C-101B-9397-08002B2CF9AE}" pid="3" name="ICV">
    <vt:lpwstr>C2C1B76F39150A918BB9B7637035DFCA</vt:lpwstr>
  </property>
</Properties>
</file>